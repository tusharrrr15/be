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0" r:id="rId1"/>
  </p:sldMasterIdLst>
  <p:notesMasterIdLst>
    <p:notesMasterId r:id="rId32"/>
  </p:notesMasterIdLst>
  <p:sldIdLst>
    <p:sldId id="256" r:id="rId2"/>
    <p:sldId id="456" r:id="rId3"/>
    <p:sldId id="457" r:id="rId4"/>
    <p:sldId id="458" r:id="rId5"/>
    <p:sldId id="459" r:id="rId6"/>
    <p:sldId id="460" r:id="rId7"/>
    <p:sldId id="461" r:id="rId8"/>
    <p:sldId id="462" r:id="rId9"/>
    <p:sldId id="463" r:id="rId10"/>
    <p:sldId id="477" r:id="rId11"/>
    <p:sldId id="465" r:id="rId12"/>
    <p:sldId id="467" r:id="rId13"/>
    <p:sldId id="476" r:id="rId14"/>
    <p:sldId id="481" r:id="rId15"/>
    <p:sldId id="470" r:id="rId16"/>
    <p:sldId id="478" r:id="rId17"/>
    <p:sldId id="487" r:id="rId18"/>
    <p:sldId id="488" r:id="rId19"/>
    <p:sldId id="489" r:id="rId20"/>
    <p:sldId id="490" r:id="rId21"/>
    <p:sldId id="492" r:id="rId22"/>
    <p:sldId id="493" r:id="rId23"/>
    <p:sldId id="466" r:id="rId24"/>
    <p:sldId id="471" r:id="rId25"/>
    <p:sldId id="472" r:id="rId26"/>
    <p:sldId id="474" r:id="rId27"/>
    <p:sldId id="482" r:id="rId28"/>
    <p:sldId id="483" r:id="rId29"/>
    <p:sldId id="491" r:id="rId30"/>
    <p:sldId id="473" r:id="rId31"/>
  </p:sldIdLst>
  <p:sldSz cx="126015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9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5B0"/>
    <a:srgbClr val="005EA4"/>
    <a:srgbClr val="11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89687" autoAdjust="0"/>
  </p:normalViewPr>
  <p:slideViewPr>
    <p:cSldViewPr>
      <p:cViewPr varScale="1">
        <p:scale>
          <a:sx n="88" d="100"/>
          <a:sy n="88" d="100"/>
        </p:scale>
        <p:origin x="92" y="76"/>
      </p:cViewPr>
      <p:guideLst>
        <p:guide orient="horz" pos="2160"/>
        <p:guide pos="39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21F749-324C-414A-B85C-0AA0C6A47F9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FCECCE-47BB-482C-9C38-11018D98DB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51BE5C-C270-4BD8-ACCE-A38C2A7C4FD3}" type="parTrans" cxnId="{6EF03110-AC9E-4895-8721-BCBAAFED4393}">
      <dgm:prSet/>
      <dgm:spPr/>
      <dgm:t>
        <a:bodyPr/>
        <a:lstStyle/>
        <a:p>
          <a:endParaRPr lang="en-IN"/>
        </a:p>
      </dgm:t>
    </dgm:pt>
    <dgm:pt modelId="{0A8E7330-11CA-409A-9956-E1FA5D7757CA}" type="sibTrans" cxnId="{6EF03110-AC9E-4895-8721-BCBAAFED4393}">
      <dgm:prSet/>
      <dgm:spPr/>
      <dgm:t>
        <a:bodyPr/>
        <a:lstStyle/>
        <a:p>
          <a:endParaRPr lang="en-IN"/>
        </a:p>
      </dgm:t>
    </dgm:pt>
    <dgm:pt modelId="{0D62E6FC-BF13-48CC-BC5A-35132229F0B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21234-ADA3-4A66-BE41-9FF94562AD80}" type="parTrans" cxnId="{F5C6F532-BD8A-4048-A196-2653994FDE6A}">
      <dgm:prSet/>
      <dgm:spPr/>
      <dgm:t>
        <a:bodyPr/>
        <a:lstStyle/>
        <a:p>
          <a:endParaRPr lang="en-IN"/>
        </a:p>
      </dgm:t>
    </dgm:pt>
    <dgm:pt modelId="{452C69A4-A39C-4533-B660-819003D061D5}" type="sibTrans" cxnId="{F5C6F532-BD8A-4048-A196-2653994FDE6A}">
      <dgm:prSet/>
      <dgm:spPr/>
      <dgm:t>
        <a:bodyPr/>
        <a:lstStyle/>
        <a:p>
          <a:endParaRPr lang="en-IN"/>
        </a:p>
      </dgm:t>
    </dgm:pt>
    <dgm:pt modelId="{496BCFC8-8E6F-4534-BFD9-D4D1A4BF728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2ADFC-38A6-46AC-B143-82249A63DF87}" type="parTrans" cxnId="{58FD24BA-E69D-4AB2-B19F-18B4A8F4380C}">
      <dgm:prSet/>
      <dgm:spPr/>
      <dgm:t>
        <a:bodyPr/>
        <a:lstStyle/>
        <a:p>
          <a:endParaRPr lang="en-IN"/>
        </a:p>
      </dgm:t>
    </dgm:pt>
    <dgm:pt modelId="{C2F5BF9B-0B51-47FB-9A0C-9EC365FE6F2F}" type="sibTrans" cxnId="{58FD24BA-E69D-4AB2-B19F-18B4A8F4380C}">
      <dgm:prSet/>
      <dgm:spPr/>
      <dgm:t>
        <a:bodyPr/>
        <a:lstStyle/>
        <a:p>
          <a:endParaRPr lang="en-IN"/>
        </a:p>
      </dgm:t>
    </dgm:pt>
    <dgm:pt modelId="{FFE27C03-CA82-4F83-B343-A4894FEEFDC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0C4709-51CD-4AE8-887C-22784210E401}" type="parTrans" cxnId="{BA83A742-3B48-4244-9783-43846344FE69}">
      <dgm:prSet/>
      <dgm:spPr/>
      <dgm:t>
        <a:bodyPr/>
        <a:lstStyle/>
        <a:p>
          <a:endParaRPr lang="en-IN"/>
        </a:p>
      </dgm:t>
    </dgm:pt>
    <dgm:pt modelId="{FE0758E8-4C23-446D-AD1D-7621746CAA9F}" type="sibTrans" cxnId="{BA83A742-3B48-4244-9783-43846344FE69}">
      <dgm:prSet/>
      <dgm:spPr/>
      <dgm:t>
        <a:bodyPr/>
        <a:lstStyle/>
        <a:p>
          <a:endParaRPr lang="en-IN"/>
        </a:p>
      </dgm:t>
    </dgm:pt>
    <dgm:pt modelId="{E5E59B66-6808-4A8D-A19E-35CC74D5373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50EE-EB1E-4338-AC00-5D7F1809E377}" type="parTrans" cxnId="{1CC6AA2C-47BB-4F34-90D9-D521600EE64F}">
      <dgm:prSet/>
      <dgm:spPr/>
      <dgm:t>
        <a:bodyPr/>
        <a:lstStyle/>
        <a:p>
          <a:endParaRPr lang="en-IN"/>
        </a:p>
      </dgm:t>
    </dgm:pt>
    <dgm:pt modelId="{DEA942E4-69F0-42F8-B592-1A5610C5E91B}" type="sibTrans" cxnId="{1CC6AA2C-47BB-4F34-90D9-D521600EE64F}">
      <dgm:prSet/>
      <dgm:spPr/>
      <dgm:t>
        <a:bodyPr/>
        <a:lstStyle/>
        <a:p>
          <a:endParaRPr lang="en-IN"/>
        </a:p>
      </dgm:t>
    </dgm:pt>
    <dgm:pt modelId="{6BB5DF22-DD76-49E2-AB6F-29B190B9AF1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from Literature review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7F8B6-93C6-47EE-B071-087B73722F15}" type="parTrans" cxnId="{23DD24DA-DFD5-4547-B3C4-E6D7C161AB99}">
      <dgm:prSet/>
      <dgm:spPr/>
      <dgm:t>
        <a:bodyPr/>
        <a:lstStyle/>
        <a:p>
          <a:endParaRPr lang="en-IN"/>
        </a:p>
      </dgm:t>
    </dgm:pt>
    <dgm:pt modelId="{36CA8A9A-EAF5-45F0-BCC1-FB339EDA18F1}" type="sibTrans" cxnId="{23DD24DA-DFD5-4547-B3C4-E6D7C161AB99}">
      <dgm:prSet/>
      <dgm:spPr/>
      <dgm:t>
        <a:bodyPr/>
        <a:lstStyle/>
        <a:p>
          <a:endParaRPr lang="en-IN"/>
        </a:p>
      </dgm:t>
    </dgm:pt>
    <dgm:pt modelId="{852708C9-885A-4EDD-AD73-B1F5FDF1E449}" type="pres">
      <dgm:prSet presAssocID="{7A21F749-324C-414A-B85C-0AA0C6A47F90}" presName="Name0" presStyleCnt="0">
        <dgm:presLayoutVars>
          <dgm:chMax/>
          <dgm:chPref/>
          <dgm:dir/>
        </dgm:presLayoutVars>
      </dgm:prSet>
      <dgm:spPr/>
    </dgm:pt>
    <dgm:pt modelId="{1479549A-4D57-412F-BCE1-E84C8C32A79A}" type="pres">
      <dgm:prSet presAssocID="{8FFCECCE-47BB-482C-9C38-11018D98DBB4}" presName="parenttextcomposite" presStyleCnt="0"/>
      <dgm:spPr/>
    </dgm:pt>
    <dgm:pt modelId="{114A8D1E-E8A2-44C6-BAE8-D79309EB13F0}" type="pres">
      <dgm:prSet presAssocID="{8FFCECCE-47BB-482C-9C38-11018D98DBB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D327382-E304-4CA3-A971-DFDD8A9814B8}" type="pres">
      <dgm:prSet presAssocID="{8FFCECCE-47BB-482C-9C38-11018D98DBB4}" presName="composite" presStyleCnt="0"/>
      <dgm:spPr/>
    </dgm:pt>
    <dgm:pt modelId="{872010B7-E5DA-4602-A104-33A40BB2023E}" type="pres">
      <dgm:prSet presAssocID="{8FFCECCE-47BB-482C-9C38-11018D98DBB4}" presName="chevron1" presStyleLbl="alignNode1" presStyleIdx="0" presStyleCnt="21"/>
      <dgm:spPr/>
    </dgm:pt>
    <dgm:pt modelId="{77515EF5-24CA-451E-8C5B-8D829DF3655C}" type="pres">
      <dgm:prSet presAssocID="{8FFCECCE-47BB-482C-9C38-11018D98DBB4}" presName="chevron2" presStyleLbl="alignNode1" presStyleIdx="1" presStyleCnt="21"/>
      <dgm:spPr/>
    </dgm:pt>
    <dgm:pt modelId="{5BAE4358-F32F-4BAD-BBC9-2557C8228CAA}" type="pres">
      <dgm:prSet presAssocID="{8FFCECCE-47BB-482C-9C38-11018D98DBB4}" presName="chevron3" presStyleLbl="alignNode1" presStyleIdx="2" presStyleCnt="21"/>
      <dgm:spPr/>
    </dgm:pt>
    <dgm:pt modelId="{D3500642-A71C-462C-B509-5E8382CCF969}" type="pres">
      <dgm:prSet presAssocID="{8FFCECCE-47BB-482C-9C38-11018D98DBB4}" presName="chevron4" presStyleLbl="alignNode1" presStyleIdx="3" presStyleCnt="21"/>
      <dgm:spPr/>
    </dgm:pt>
    <dgm:pt modelId="{CC55B229-69C9-4690-93FA-6AEB0C4C0107}" type="pres">
      <dgm:prSet presAssocID="{8FFCECCE-47BB-482C-9C38-11018D98DBB4}" presName="chevron5" presStyleLbl="alignNode1" presStyleIdx="4" presStyleCnt="21"/>
      <dgm:spPr/>
    </dgm:pt>
    <dgm:pt modelId="{510B86E2-71F2-43C0-A33B-96D5C4FFA54E}" type="pres">
      <dgm:prSet presAssocID="{8FFCECCE-47BB-482C-9C38-11018D98DBB4}" presName="chevron6" presStyleLbl="alignNode1" presStyleIdx="5" presStyleCnt="21"/>
      <dgm:spPr/>
    </dgm:pt>
    <dgm:pt modelId="{80FD3545-B532-4A54-A5D4-F90CA713797C}" type="pres">
      <dgm:prSet presAssocID="{8FFCECCE-47BB-482C-9C38-11018D98DBB4}" presName="chevron7" presStyleLbl="alignNode1" presStyleIdx="6" presStyleCnt="21"/>
      <dgm:spPr/>
    </dgm:pt>
    <dgm:pt modelId="{58085A08-5E87-4AF8-B37F-48E5DA1E4C5A}" type="pres">
      <dgm:prSet presAssocID="{8FFCECCE-47BB-482C-9C38-11018D98DBB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31C6196E-0D7B-4B45-ADD5-59C8B18A0882}" type="pres">
      <dgm:prSet presAssocID="{0A8E7330-11CA-409A-9956-E1FA5D7757CA}" presName="sibTrans" presStyleCnt="0"/>
      <dgm:spPr/>
    </dgm:pt>
    <dgm:pt modelId="{D7CDA4F1-B121-4736-97FD-8FD033AD2CF8}" type="pres">
      <dgm:prSet presAssocID="{496BCFC8-8E6F-4534-BFD9-D4D1A4BF728C}" presName="parenttextcomposite" presStyleCnt="0"/>
      <dgm:spPr/>
    </dgm:pt>
    <dgm:pt modelId="{F36859A4-F2AA-4A87-A5A4-F5BADDA8A0D5}" type="pres">
      <dgm:prSet presAssocID="{496BCFC8-8E6F-4534-BFD9-D4D1A4BF728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86C428D-C909-46DD-9DFC-02578B9AF2B1}" type="pres">
      <dgm:prSet presAssocID="{496BCFC8-8E6F-4534-BFD9-D4D1A4BF728C}" presName="composite" presStyleCnt="0"/>
      <dgm:spPr/>
    </dgm:pt>
    <dgm:pt modelId="{DE28C391-6C67-4782-A777-E0D766A7AE81}" type="pres">
      <dgm:prSet presAssocID="{496BCFC8-8E6F-4534-BFD9-D4D1A4BF728C}" presName="chevron1" presStyleLbl="alignNode1" presStyleIdx="7" presStyleCnt="21"/>
      <dgm:spPr/>
    </dgm:pt>
    <dgm:pt modelId="{2B0E1BF8-8F64-492F-919C-3EE0A5AEFB6B}" type="pres">
      <dgm:prSet presAssocID="{496BCFC8-8E6F-4534-BFD9-D4D1A4BF728C}" presName="chevron2" presStyleLbl="alignNode1" presStyleIdx="8" presStyleCnt="21"/>
      <dgm:spPr/>
    </dgm:pt>
    <dgm:pt modelId="{F015A149-E1FE-41A6-9352-E8113EAAF075}" type="pres">
      <dgm:prSet presAssocID="{496BCFC8-8E6F-4534-BFD9-D4D1A4BF728C}" presName="chevron3" presStyleLbl="alignNode1" presStyleIdx="9" presStyleCnt="21"/>
      <dgm:spPr/>
    </dgm:pt>
    <dgm:pt modelId="{32F251AB-F713-4B57-9C8D-3373CF473F26}" type="pres">
      <dgm:prSet presAssocID="{496BCFC8-8E6F-4534-BFD9-D4D1A4BF728C}" presName="chevron4" presStyleLbl="alignNode1" presStyleIdx="10" presStyleCnt="21"/>
      <dgm:spPr/>
    </dgm:pt>
    <dgm:pt modelId="{97D29541-A08B-4483-9BB7-DE39D3ACF08E}" type="pres">
      <dgm:prSet presAssocID="{496BCFC8-8E6F-4534-BFD9-D4D1A4BF728C}" presName="chevron5" presStyleLbl="alignNode1" presStyleIdx="11" presStyleCnt="21"/>
      <dgm:spPr/>
    </dgm:pt>
    <dgm:pt modelId="{3666F040-53C4-4598-BDCE-EEE6E2AE68A6}" type="pres">
      <dgm:prSet presAssocID="{496BCFC8-8E6F-4534-BFD9-D4D1A4BF728C}" presName="chevron6" presStyleLbl="alignNode1" presStyleIdx="12" presStyleCnt="21"/>
      <dgm:spPr/>
    </dgm:pt>
    <dgm:pt modelId="{398BC597-7390-4268-9AE3-226A13B080B7}" type="pres">
      <dgm:prSet presAssocID="{496BCFC8-8E6F-4534-BFD9-D4D1A4BF728C}" presName="chevron7" presStyleLbl="alignNode1" presStyleIdx="13" presStyleCnt="21"/>
      <dgm:spPr/>
    </dgm:pt>
    <dgm:pt modelId="{BA2A4CAC-AE1C-41BC-A8D5-5F0D2B4F25F3}" type="pres">
      <dgm:prSet presAssocID="{496BCFC8-8E6F-4534-BFD9-D4D1A4BF728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FCBD8BF-4A62-468D-B499-968B578FF543}" type="pres">
      <dgm:prSet presAssocID="{C2F5BF9B-0B51-47FB-9A0C-9EC365FE6F2F}" presName="sibTrans" presStyleCnt="0"/>
      <dgm:spPr/>
    </dgm:pt>
    <dgm:pt modelId="{F374FF06-7AD0-4CC4-8A43-D174B610A41F}" type="pres">
      <dgm:prSet presAssocID="{E5E59B66-6808-4A8D-A19E-35CC74D53732}" presName="parenttextcomposite" presStyleCnt="0"/>
      <dgm:spPr/>
    </dgm:pt>
    <dgm:pt modelId="{D943892C-7024-45D3-9792-E58E4874774D}" type="pres">
      <dgm:prSet presAssocID="{E5E59B66-6808-4A8D-A19E-35CC74D5373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2A8668-E80F-4651-8CE4-5FBA57DC48CE}" type="pres">
      <dgm:prSet presAssocID="{E5E59B66-6808-4A8D-A19E-35CC74D53732}" presName="composite" presStyleCnt="0"/>
      <dgm:spPr/>
    </dgm:pt>
    <dgm:pt modelId="{B5A8A188-0E21-43BF-A42F-10688A799C16}" type="pres">
      <dgm:prSet presAssocID="{E5E59B66-6808-4A8D-A19E-35CC74D53732}" presName="chevron1" presStyleLbl="alignNode1" presStyleIdx="14" presStyleCnt="21"/>
      <dgm:spPr/>
    </dgm:pt>
    <dgm:pt modelId="{3289AAE1-2758-4ADE-B96D-E5658505CE10}" type="pres">
      <dgm:prSet presAssocID="{E5E59B66-6808-4A8D-A19E-35CC74D53732}" presName="chevron2" presStyleLbl="alignNode1" presStyleIdx="15" presStyleCnt="21"/>
      <dgm:spPr/>
    </dgm:pt>
    <dgm:pt modelId="{BF3E508D-A011-475C-B181-4CBF34B54FFA}" type="pres">
      <dgm:prSet presAssocID="{E5E59B66-6808-4A8D-A19E-35CC74D53732}" presName="chevron3" presStyleLbl="alignNode1" presStyleIdx="16" presStyleCnt="21"/>
      <dgm:spPr/>
    </dgm:pt>
    <dgm:pt modelId="{C31BD97D-4EE4-4F93-BD73-8D20BDD687FA}" type="pres">
      <dgm:prSet presAssocID="{E5E59B66-6808-4A8D-A19E-35CC74D53732}" presName="chevron4" presStyleLbl="alignNode1" presStyleIdx="17" presStyleCnt="21"/>
      <dgm:spPr/>
    </dgm:pt>
    <dgm:pt modelId="{39DA4042-95A3-4ABA-9447-9AFD391F6AC9}" type="pres">
      <dgm:prSet presAssocID="{E5E59B66-6808-4A8D-A19E-35CC74D53732}" presName="chevron5" presStyleLbl="alignNode1" presStyleIdx="18" presStyleCnt="21"/>
      <dgm:spPr/>
    </dgm:pt>
    <dgm:pt modelId="{8D84DDF3-0523-4182-9B16-FD670D899221}" type="pres">
      <dgm:prSet presAssocID="{E5E59B66-6808-4A8D-A19E-35CC74D53732}" presName="chevron6" presStyleLbl="alignNode1" presStyleIdx="19" presStyleCnt="21"/>
      <dgm:spPr/>
    </dgm:pt>
    <dgm:pt modelId="{97B624AD-0697-4673-B4AF-3BE86E447B47}" type="pres">
      <dgm:prSet presAssocID="{E5E59B66-6808-4A8D-A19E-35CC74D53732}" presName="chevron7" presStyleLbl="alignNode1" presStyleIdx="20" presStyleCnt="21"/>
      <dgm:spPr/>
    </dgm:pt>
    <dgm:pt modelId="{EBD81FEE-99BC-4DAC-928C-544F75C0984E}" type="pres">
      <dgm:prSet presAssocID="{E5E59B66-6808-4A8D-A19E-35CC74D5373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82819309-0FDB-4C4A-B870-BC5C7EDB517A}" type="presOf" srcId="{6BB5DF22-DD76-49E2-AB6F-29B190B9AF11}" destId="{EBD81FEE-99BC-4DAC-928C-544F75C0984E}" srcOrd="0" destOrd="0" presId="urn:microsoft.com/office/officeart/2008/layout/VerticalAccentList"/>
    <dgm:cxn modelId="{E2D5600C-F85A-4807-AE7A-AF1D5C71DEC1}" type="presOf" srcId="{7A21F749-324C-414A-B85C-0AA0C6A47F90}" destId="{852708C9-885A-4EDD-AD73-B1F5FDF1E449}" srcOrd="0" destOrd="0" presId="urn:microsoft.com/office/officeart/2008/layout/VerticalAccentList"/>
    <dgm:cxn modelId="{6EF03110-AC9E-4895-8721-BCBAAFED4393}" srcId="{7A21F749-324C-414A-B85C-0AA0C6A47F90}" destId="{8FFCECCE-47BB-482C-9C38-11018D98DBB4}" srcOrd="0" destOrd="0" parTransId="{5851BE5C-C270-4BD8-ACCE-A38C2A7C4FD3}" sibTransId="{0A8E7330-11CA-409A-9956-E1FA5D7757CA}"/>
    <dgm:cxn modelId="{1CC6AA2C-47BB-4F34-90D9-D521600EE64F}" srcId="{7A21F749-324C-414A-B85C-0AA0C6A47F90}" destId="{E5E59B66-6808-4A8D-A19E-35CC74D53732}" srcOrd="2" destOrd="0" parTransId="{A70650EE-EB1E-4338-AC00-5D7F1809E377}" sibTransId="{DEA942E4-69F0-42F8-B592-1A5610C5E91B}"/>
    <dgm:cxn modelId="{F5C6F532-BD8A-4048-A196-2653994FDE6A}" srcId="{8FFCECCE-47BB-482C-9C38-11018D98DBB4}" destId="{0D62E6FC-BF13-48CC-BC5A-35132229F0B4}" srcOrd="0" destOrd="0" parTransId="{D2C21234-ADA3-4A66-BE41-9FF94562AD80}" sibTransId="{452C69A4-A39C-4533-B660-819003D061D5}"/>
    <dgm:cxn modelId="{BA83A742-3B48-4244-9783-43846344FE69}" srcId="{496BCFC8-8E6F-4534-BFD9-D4D1A4BF728C}" destId="{FFE27C03-CA82-4F83-B343-A4894FEEFDC2}" srcOrd="0" destOrd="0" parTransId="{D80C4709-51CD-4AE8-887C-22784210E401}" sibTransId="{FE0758E8-4C23-446D-AD1D-7621746CAA9F}"/>
    <dgm:cxn modelId="{DEA60150-2B79-4221-A3F7-DF6209E586AA}" type="presOf" srcId="{FFE27C03-CA82-4F83-B343-A4894FEEFDC2}" destId="{BA2A4CAC-AE1C-41BC-A8D5-5F0D2B4F25F3}" srcOrd="0" destOrd="0" presId="urn:microsoft.com/office/officeart/2008/layout/VerticalAccentList"/>
    <dgm:cxn modelId="{88B73F95-4E10-47EB-A3BC-D27BAB601E4D}" type="presOf" srcId="{0D62E6FC-BF13-48CC-BC5A-35132229F0B4}" destId="{58085A08-5E87-4AF8-B37F-48E5DA1E4C5A}" srcOrd="0" destOrd="0" presId="urn:microsoft.com/office/officeart/2008/layout/VerticalAccentList"/>
    <dgm:cxn modelId="{A4115B9A-77EE-4189-8E9F-FB87300D01C1}" type="presOf" srcId="{496BCFC8-8E6F-4534-BFD9-D4D1A4BF728C}" destId="{F36859A4-F2AA-4A87-A5A4-F5BADDA8A0D5}" srcOrd="0" destOrd="0" presId="urn:microsoft.com/office/officeart/2008/layout/VerticalAccentList"/>
    <dgm:cxn modelId="{D694CBB4-A671-462C-951C-56B33D58C6B4}" type="presOf" srcId="{E5E59B66-6808-4A8D-A19E-35CC74D53732}" destId="{D943892C-7024-45D3-9792-E58E4874774D}" srcOrd="0" destOrd="0" presId="urn:microsoft.com/office/officeart/2008/layout/VerticalAccentList"/>
    <dgm:cxn modelId="{58FD24BA-E69D-4AB2-B19F-18B4A8F4380C}" srcId="{7A21F749-324C-414A-B85C-0AA0C6A47F90}" destId="{496BCFC8-8E6F-4534-BFD9-D4D1A4BF728C}" srcOrd="1" destOrd="0" parTransId="{3382ADFC-38A6-46AC-B143-82249A63DF87}" sibTransId="{C2F5BF9B-0B51-47FB-9A0C-9EC365FE6F2F}"/>
    <dgm:cxn modelId="{23DD24DA-DFD5-4547-B3C4-E6D7C161AB99}" srcId="{E5E59B66-6808-4A8D-A19E-35CC74D53732}" destId="{6BB5DF22-DD76-49E2-AB6F-29B190B9AF11}" srcOrd="0" destOrd="0" parTransId="{B457F8B6-93C6-47EE-B071-087B73722F15}" sibTransId="{36CA8A9A-EAF5-45F0-BCC1-FB339EDA18F1}"/>
    <dgm:cxn modelId="{D6EBB6F8-CA97-4584-87BD-7E103EFEB9A6}" type="presOf" srcId="{8FFCECCE-47BB-482C-9C38-11018D98DBB4}" destId="{114A8D1E-E8A2-44C6-BAE8-D79309EB13F0}" srcOrd="0" destOrd="0" presId="urn:microsoft.com/office/officeart/2008/layout/VerticalAccentList"/>
    <dgm:cxn modelId="{DF4E6A71-5732-48F6-8049-DC535E04078D}" type="presParOf" srcId="{852708C9-885A-4EDD-AD73-B1F5FDF1E449}" destId="{1479549A-4D57-412F-BCE1-E84C8C32A79A}" srcOrd="0" destOrd="0" presId="urn:microsoft.com/office/officeart/2008/layout/VerticalAccentList"/>
    <dgm:cxn modelId="{B91E1368-2E5D-4E8C-9DEC-3C184BECBCC7}" type="presParOf" srcId="{1479549A-4D57-412F-BCE1-E84C8C32A79A}" destId="{114A8D1E-E8A2-44C6-BAE8-D79309EB13F0}" srcOrd="0" destOrd="0" presId="urn:microsoft.com/office/officeart/2008/layout/VerticalAccentList"/>
    <dgm:cxn modelId="{4035D5FB-7F52-4163-9A3A-4B04834DA74F}" type="presParOf" srcId="{852708C9-885A-4EDD-AD73-B1F5FDF1E449}" destId="{CD327382-E304-4CA3-A971-DFDD8A9814B8}" srcOrd="1" destOrd="0" presId="urn:microsoft.com/office/officeart/2008/layout/VerticalAccentList"/>
    <dgm:cxn modelId="{83731D2C-9E72-4523-81A0-AB3C5779570D}" type="presParOf" srcId="{CD327382-E304-4CA3-A971-DFDD8A9814B8}" destId="{872010B7-E5DA-4602-A104-33A40BB2023E}" srcOrd="0" destOrd="0" presId="urn:microsoft.com/office/officeart/2008/layout/VerticalAccentList"/>
    <dgm:cxn modelId="{7E1A5F89-6D1C-4888-AAC8-ACC04F0272AC}" type="presParOf" srcId="{CD327382-E304-4CA3-A971-DFDD8A9814B8}" destId="{77515EF5-24CA-451E-8C5B-8D829DF3655C}" srcOrd="1" destOrd="0" presId="urn:microsoft.com/office/officeart/2008/layout/VerticalAccentList"/>
    <dgm:cxn modelId="{9AF9AC0F-F2A8-4DDC-B8AB-D0D7CA1613F3}" type="presParOf" srcId="{CD327382-E304-4CA3-A971-DFDD8A9814B8}" destId="{5BAE4358-F32F-4BAD-BBC9-2557C8228CAA}" srcOrd="2" destOrd="0" presId="urn:microsoft.com/office/officeart/2008/layout/VerticalAccentList"/>
    <dgm:cxn modelId="{F908C625-47B1-4004-B881-E2ED320D6F3A}" type="presParOf" srcId="{CD327382-E304-4CA3-A971-DFDD8A9814B8}" destId="{D3500642-A71C-462C-B509-5E8382CCF969}" srcOrd="3" destOrd="0" presId="urn:microsoft.com/office/officeart/2008/layout/VerticalAccentList"/>
    <dgm:cxn modelId="{549C13A6-0D11-4A47-840E-63BAFE28FCB2}" type="presParOf" srcId="{CD327382-E304-4CA3-A971-DFDD8A9814B8}" destId="{CC55B229-69C9-4690-93FA-6AEB0C4C0107}" srcOrd="4" destOrd="0" presId="urn:microsoft.com/office/officeart/2008/layout/VerticalAccentList"/>
    <dgm:cxn modelId="{63A29E72-2A8F-4E86-B748-AE23D489E834}" type="presParOf" srcId="{CD327382-E304-4CA3-A971-DFDD8A9814B8}" destId="{510B86E2-71F2-43C0-A33B-96D5C4FFA54E}" srcOrd="5" destOrd="0" presId="urn:microsoft.com/office/officeart/2008/layout/VerticalAccentList"/>
    <dgm:cxn modelId="{8AE299DF-8623-4083-B412-E55495576F99}" type="presParOf" srcId="{CD327382-E304-4CA3-A971-DFDD8A9814B8}" destId="{80FD3545-B532-4A54-A5D4-F90CA713797C}" srcOrd="6" destOrd="0" presId="urn:microsoft.com/office/officeart/2008/layout/VerticalAccentList"/>
    <dgm:cxn modelId="{886D11B9-9C0F-4CDD-A7A4-5471B389EDEC}" type="presParOf" srcId="{CD327382-E304-4CA3-A971-DFDD8A9814B8}" destId="{58085A08-5E87-4AF8-B37F-48E5DA1E4C5A}" srcOrd="7" destOrd="0" presId="urn:microsoft.com/office/officeart/2008/layout/VerticalAccentList"/>
    <dgm:cxn modelId="{12A2A526-279F-4EAD-86DC-849CCC2A37C5}" type="presParOf" srcId="{852708C9-885A-4EDD-AD73-B1F5FDF1E449}" destId="{31C6196E-0D7B-4B45-ADD5-59C8B18A0882}" srcOrd="2" destOrd="0" presId="urn:microsoft.com/office/officeart/2008/layout/VerticalAccentList"/>
    <dgm:cxn modelId="{EDF95E74-0378-4DEB-BAF5-EC9172A5EB9E}" type="presParOf" srcId="{852708C9-885A-4EDD-AD73-B1F5FDF1E449}" destId="{D7CDA4F1-B121-4736-97FD-8FD033AD2CF8}" srcOrd="3" destOrd="0" presId="urn:microsoft.com/office/officeart/2008/layout/VerticalAccentList"/>
    <dgm:cxn modelId="{C31A4812-43C5-46D6-9C02-3757D058DB85}" type="presParOf" srcId="{D7CDA4F1-B121-4736-97FD-8FD033AD2CF8}" destId="{F36859A4-F2AA-4A87-A5A4-F5BADDA8A0D5}" srcOrd="0" destOrd="0" presId="urn:microsoft.com/office/officeart/2008/layout/VerticalAccentList"/>
    <dgm:cxn modelId="{BB876FB1-3841-44AB-AF70-E4188DB8B931}" type="presParOf" srcId="{852708C9-885A-4EDD-AD73-B1F5FDF1E449}" destId="{F86C428D-C909-46DD-9DFC-02578B9AF2B1}" srcOrd="4" destOrd="0" presId="urn:microsoft.com/office/officeart/2008/layout/VerticalAccentList"/>
    <dgm:cxn modelId="{DE7A6398-94FC-43DD-A8D1-98ECEDEC381E}" type="presParOf" srcId="{F86C428D-C909-46DD-9DFC-02578B9AF2B1}" destId="{DE28C391-6C67-4782-A777-E0D766A7AE81}" srcOrd="0" destOrd="0" presId="urn:microsoft.com/office/officeart/2008/layout/VerticalAccentList"/>
    <dgm:cxn modelId="{383C42E9-84D2-4C39-8A58-068912C9F717}" type="presParOf" srcId="{F86C428D-C909-46DD-9DFC-02578B9AF2B1}" destId="{2B0E1BF8-8F64-492F-919C-3EE0A5AEFB6B}" srcOrd="1" destOrd="0" presId="urn:microsoft.com/office/officeart/2008/layout/VerticalAccentList"/>
    <dgm:cxn modelId="{5A9D058C-9C94-4E70-90CF-4E6F1ADAE7C0}" type="presParOf" srcId="{F86C428D-C909-46DD-9DFC-02578B9AF2B1}" destId="{F015A149-E1FE-41A6-9352-E8113EAAF075}" srcOrd="2" destOrd="0" presId="urn:microsoft.com/office/officeart/2008/layout/VerticalAccentList"/>
    <dgm:cxn modelId="{D29126A6-8989-4E60-ACC4-0886106D43C4}" type="presParOf" srcId="{F86C428D-C909-46DD-9DFC-02578B9AF2B1}" destId="{32F251AB-F713-4B57-9C8D-3373CF473F26}" srcOrd="3" destOrd="0" presId="urn:microsoft.com/office/officeart/2008/layout/VerticalAccentList"/>
    <dgm:cxn modelId="{11357898-EAD0-4BF1-A0D8-59B320B7D99D}" type="presParOf" srcId="{F86C428D-C909-46DD-9DFC-02578B9AF2B1}" destId="{97D29541-A08B-4483-9BB7-DE39D3ACF08E}" srcOrd="4" destOrd="0" presId="urn:microsoft.com/office/officeart/2008/layout/VerticalAccentList"/>
    <dgm:cxn modelId="{DD0E3FD7-C2B1-4BEA-844A-3908E8F1F207}" type="presParOf" srcId="{F86C428D-C909-46DD-9DFC-02578B9AF2B1}" destId="{3666F040-53C4-4598-BDCE-EEE6E2AE68A6}" srcOrd="5" destOrd="0" presId="urn:microsoft.com/office/officeart/2008/layout/VerticalAccentList"/>
    <dgm:cxn modelId="{80C2CCD2-0CD0-4097-886E-CA5E1313A1AB}" type="presParOf" srcId="{F86C428D-C909-46DD-9DFC-02578B9AF2B1}" destId="{398BC597-7390-4268-9AE3-226A13B080B7}" srcOrd="6" destOrd="0" presId="urn:microsoft.com/office/officeart/2008/layout/VerticalAccentList"/>
    <dgm:cxn modelId="{B4C59906-525E-4DFF-BA00-9D0E349D1E68}" type="presParOf" srcId="{F86C428D-C909-46DD-9DFC-02578B9AF2B1}" destId="{BA2A4CAC-AE1C-41BC-A8D5-5F0D2B4F25F3}" srcOrd="7" destOrd="0" presId="urn:microsoft.com/office/officeart/2008/layout/VerticalAccentList"/>
    <dgm:cxn modelId="{0EF15E64-3610-4A05-90A8-25DFDE611851}" type="presParOf" srcId="{852708C9-885A-4EDD-AD73-B1F5FDF1E449}" destId="{5FCBD8BF-4A62-468D-B499-968B578FF543}" srcOrd="5" destOrd="0" presId="urn:microsoft.com/office/officeart/2008/layout/VerticalAccentList"/>
    <dgm:cxn modelId="{725E1246-B410-4716-9495-E0FC42811C28}" type="presParOf" srcId="{852708C9-885A-4EDD-AD73-B1F5FDF1E449}" destId="{F374FF06-7AD0-4CC4-8A43-D174B610A41F}" srcOrd="6" destOrd="0" presId="urn:microsoft.com/office/officeart/2008/layout/VerticalAccentList"/>
    <dgm:cxn modelId="{FF26372E-D62E-4C94-97A1-2485D57BC4C1}" type="presParOf" srcId="{F374FF06-7AD0-4CC4-8A43-D174B610A41F}" destId="{D943892C-7024-45D3-9792-E58E4874774D}" srcOrd="0" destOrd="0" presId="urn:microsoft.com/office/officeart/2008/layout/VerticalAccentList"/>
    <dgm:cxn modelId="{A02F6C7D-0EA6-42BF-8F3B-D9139819BB17}" type="presParOf" srcId="{852708C9-885A-4EDD-AD73-B1F5FDF1E449}" destId="{FA2A8668-E80F-4651-8CE4-5FBA57DC48CE}" srcOrd="7" destOrd="0" presId="urn:microsoft.com/office/officeart/2008/layout/VerticalAccentList"/>
    <dgm:cxn modelId="{A6010297-6619-400D-9D84-C73F16C36E82}" type="presParOf" srcId="{FA2A8668-E80F-4651-8CE4-5FBA57DC48CE}" destId="{B5A8A188-0E21-43BF-A42F-10688A799C16}" srcOrd="0" destOrd="0" presId="urn:microsoft.com/office/officeart/2008/layout/VerticalAccentList"/>
    <dgm:cxn modelId="{D238670E-B5AC-4946-93BE-54463C2CC840}" type="presParOf" srcId="{FA2A8668-E80F-4651-8CE4-5FBA57DC48CE}" destId="{3289AAE1-2758-4ADE-B96D-E5658505CE10}" srcOrd="1" destOrd="0" presId="urn:microsoft.com/office/officeart/2008/layout/VerticalAccentList"/>
    <dgm:cxn modelId="{C8CA623D-AD35-4C4A-8AFB-B6CB0FD4D064}" type="presParOf" srcId="{FA2A8668-E80F-4651-8CE4-5FBA57DC48CE}" destId="{BF3E508D-A011-475C-B181-4CBF34B54FFA}" srcOrd="2" destOrd="0" presId="urn:microsoft.com/office/officeart/2008/layout/VerticalAccentList"/>
    <dgm:cxn modelId="{A37CC967-72FA-450C-95C2-1A50A639BB64}" type="presParOf" srcId="{FA2A8668-E80F-4651-8CE4-5FBA57DC48CE}" destId="{C31BD97D-4EE4-4F93-BD73-8D20BDD687FA}" srcOrd="3" destOrd="0" presId="urn:microsoft.com/office/officeart/2008/layout/VerticalAccentList"/>
    <dgm:cxn modelId="{4683EB31-F30C-4DE1-A0A9-9A8018F50879}" type="presParOf" srcId="{FA2A8668-E80F-4651-8CE4-5FBA57DC48CE}" destId="{39DA4042-95A3-4ABA-9447-9AFD391F6AC9}" srcOrd="4" destOrd="0" presId="urn:microsoft.com/office/officeart/2008/layout/VerticalAccentList"/>
    <dgm:cxn modelId="{8A3BDA29-78A1-41F2-8625-AF5BC7F26984}" type="presParOf" srcId="{FA2A8668-E80F-4651-8CE4-5FBA57DC48CE}" destId="{8D84DDF3-0523-4182-9B16-FD670D899221}" srcOrd="5" destOrd="0" presId="urn:microsoft.com/office/officeart/2008/layout/VerticalAccentList"/>
    <dgm:cxn modelId="{A3700680-83CF-4D35-99B4-C733A0371430}" type="presParOf" srcId="{FA2A8668-E80F-4651-8CE4-5FBA57DC48CE}" destId="{97B624AD-0697-4673-B4AF-3BE86E447B47}" srcOrd="6" destOrd="0" presId="urn:microsoft.com/office/officeart/2008/layout/VerticalAccentList"/>
    <dgm:cxn modelId="{FC9B816D-F2CF-46A8-8758-F2D659D9C7B5}" type="presParOf" srcId="{FA2A8668-E80F-4651-8CE4-5FBA57DC48CE}" destId="{EBD81FEE-99BC-4DAC-928C-544F75C0984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21F749-324C-414A-B85C-0AA0C6A47F9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FCECCE-47BB-482C-9C38-11018D98DB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51BE5C-C270-4BD8-ACCE-A38C2A7C4FD3}" type="parTrans" cxnId="{6EF03110-AC9E-4895-8721-BCBAAFED4393}">
      <dgm:prSet/>
      <dgm:spPr/>
      <dgm:t>
        <a:bodyPr/>
        <a:lstStyle/>
        <a:p>
          <a:endParaRPr lang="en-IN"/>
        </a:p>
      </dgm:t>
    </dgm:pt>
    <dgm:pt modelId="{0A8E7330-11CA-409A-9956-E1FA5D7757CA}" type="sibTrans" cxnId="{6EF03110-AC9E-4895-8721-BCBAAFED4393}">
      <dgm:prSet/>
      <dgm:spPr/>
      <dgm:t>
        <a:bodyPr/>
        <a:lstStyle/>
        <a:p>
          <a:endParaRPr lang="en-IN"/>
        </a:p>
      </dgm:t>
    </dgm:pt>
    <dgm:pt modelId="{0D62E6FC-BF13-48CC-BC5A-35132229F0B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21234-ADA3-4A66-BE41-9FF94562AD80}" type="parTrans" cxnId="{F5C6F532-BD8A-4048-A196-2653994FDE6A}">
      <dgm:prSet/>
      <dgm:spPr/>
      <dgm:t>
        <a:bodyPr/>
        <a:lstStyle/>
        <a:p>
          <a:endParaRPr lang="en-IN"/>
        </a:p>
      </dgm:t>
    </dgm:pt>
    <dgm:pt modelId="{452C69A4-A39C-4533-B660-819003D061D5}" type="sibTrans" cxnId="{F5C6F532-BD8A-4048-A196-2653994FDE6A}">
      <dgm:prSet/>
      <dgm:spPr/>
      <dgm:t>
        <a:bodyPr/>
        <a:lstStyle/>
        <a:p>
          <a:endParaRPr lang="en-IN"/>
        </a:p>
      </dgm:t>
    </dgm:pt>
    <dgm:pt modelId="{496BCFC8-8E6F-4534-BFD9-D4D1A4BF728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2ADFC-38A6-46AC-B143-82249A63DF87}" type="parTrans" cxnId="{58FD24BA-E69D-4AB2-B19F-18B4A8F4380C}">
      <dgm:prSet/>
      <dgm:spPr/>
      <dgm:t>
        <a:bodyPr/>
        <a:lstStyle/>
        <a:p>
          <a:endParaRPr lang="en-IN"/>
        </a:p>
      </dgm:t>
    </dgm:pt>
    <dgm:pt modelId="{C2F5BF9B-0B51-47FB-9A0C-9EC365FE6F2F}" type="sibTrans" cxnId="{58FD24BA-E69D-4AB2-B19F-18B4A8F4380C}">
      <dgm:prSet/>
      <dgm:spPr/>
      <dgm:t>
        <a:bodyPr/>
        <a:lstStyle/>
        <a:p>
          <a:endParaRPr lang="en-IN"/>
        </a:p>
      </dgm:t>
    </dgm:pt>
    <dgm:pt modelId="{FFE27C03-CA82-4F83-B343-A4894FEEFDC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of Project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0C4709-51CD-4AE8-887C-22784210E401}" type="parTrans" cxnId="{BA83A742-3B48-4244-9783-43846344FE69}">
      <dgm:prSet/>
      <dgm:spPr/>
      <dgm:t>
        <a:bodyPr/>
        <a:lstStyle/>
        <a:p>
          <a:endParaRPr lang="en-IN"/>
        </a:p>
      </dgm:t>
    </dgm:pt>
    <dgm:pt modelId="{FE0758E8-4C23-446D-AD1D-7621746CAA9F}" type="sibTrans" cxnId="{BA83A742-3B48-4244-9783-43846344FE69}">
      <dgm:prSet/>
      <dgm:spPr/>
      <dgm:t>
        <a:bodyPr/>
        <a:lstStyle/>
        <a:p>
          <a:endParaRPr lang="en-IN"/>
        </a:p>
      </dgm:t>
    </dgm:pt>
    <dgm:pt modelId="{E5E59B66-6808-4A8D-A19E-35CC74D5373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50EE-EB1E-4338-AC00-5D7F1809E377}" type="parTrans" cxnId="{1CC6AA2C-47BB-4F34-90D9-D521600EE64F}">
      <dgm:prSet/>
      <dgm:spPr/>
      <dgm:t>
        <a:bodyPr/>
        <a:lstStyle/>
        <a:p>
          <a:endParaRPr lang="en-IN"/>
        </a:p>
      </dgm:t>
    </dgm:pt>
    <dgm:pt modelId="{DEA942E4-69F0-42F8-B592-1A5610C5E91B}" type="sibTrans" cxnId="{1CC6AA2C-47BB-4F34-90D9-D521600EE64F}">
      <dgm:prSet/>
      <dgm:spPr/>
      <dgm:t>
        <a:bodyPr/>
        <a:lstStyle/>
        <a:p>
          <a:endParaRPr lang="en-IN"/>
        </a:p>
      </dgm:t>
    </dgm:pt>
    <dgm:pt modelId="{6BB5DF22-DD76-49E2-AB6F-29B190B9AF1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Scope of Project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7F8B6-93C6-47EE-B071-087B73722F15}" type="parTrans" cxnId="{23DD24DA-DFD5-4547-B3C4-E6D7C161AB99}">
      <dgm:prSet/>
      <dgm:spPr/>
      <dgm:t>
        <a:bodyPr/>
        <a:lstStyle/>
        <a:p>
          <a:endParaRPr lang="en-IN"/>
        </a:p>
      </dgm:t>
    </dgm:pt>
    <dgm:pt modelId="{36CA8A9A-EAF5-45F0-BCC1-FB339EDA18F1}" type="sibTrans" cxnId="{23DD24DA-DFD5-4547-B3C4-E6D7C161AB99}">
      <dgm:prSet/>
      <dgm:spPr/>
      <dgm:t>
        <a:bodyPr/>
        <a:lstStyle/>
        <a:p>
          <a:endParaRPr lang="en-IN"/>
        </a:p>
      </dgm:t>
    </dgm:pt>
    <dgm:pt modelId="{852708C9-885A-4EDD-AD73-B1F5FDF1E449}" type="pres">
      <dgm:prSet presAssocID="{7A21F749-324C-414A-B85C-0AA0C6A47F90}" presName="Name0" presStyleCnt="0">
        <dgm:presLayoutVars>
          <dgm:chMax/>
          <dgm:chPref/>
          <dgm:dir/>
        </dgm:presLayoutVars>
      </dgm:prSet>
      <dgm:spPr/>
    </dgm:pt>
    <dgm:pt modelId="{1479549A-4D57-412F-BCE1-E84C8C32A79A}" type="pres">
      <dgm:prSet presAssocID="{8FFCECCE-47BB-482C-9C38-11018D98DBB4}" presName="parenttextcomposite" presStyleCnt="0"/>
      <dgm:spPr/>
    </dgm:pt>
    <dgm:pt modelId="{114A8D1E-E8A2-44C6-BAE8-D79309EB13F0}" type="pres">
      <dgm:prSet presAssocID="{8FFCECCE-47BB-482C-9C38-11018D98DBB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D327382-E304-4CA3-A971-DFDD8A9814B8}" type="pres">
      <dgm:prSet presAssocID="{8FFCECCE-47BB-482C-9C38-11018D98DBB4}" presName="composite" presStyleCnt="0"/>
      <dgm:spPr/>
    </dgm:pt>
    <dgm:pt modelId="{872010B7-E5DA-4602-A104-33A40BB2023E}" type="pres">
      <dgm:prSet presAssocID="{8FFCECCE-47BB-482C-9C38-11018D98DBB4}" presName="chevron1" presStyleLbl="alignNode1" presStyleIdx="0" presStyleCnt="21"/>
      <dgm:spPr/>
    </dgm:pt>
    <dgm:pt modelId="{77515EF5-24CA-451E-8C5B-8D829DF3655C}" type="pres">
      <dgm:prSet presAssocID="{8FFCECCE-47BB-482C-9C38-11018D98DBB4}" presName="chevron2" presStyleLbl="alignNode1" presStyleIdx="1" presStyleCnt="21"/>
      <dgm:spPr/>
    </dgm:pt>
    <dgm:pt modelId="{5BAE4358-F32F-4BAD-BBC9-2557C8228CAA}" type="pres">
      <dgm:prSet presAssocID="{8FFCECCE-47BB-482C-9C38-11018D98DBB4}" presName="chevron3" presStyleLbl="alignNode1" presStyleIdx="2" presStyleCnt="21"/>
      <dgm:spPr/>
    </dgm:pt>
    <dgm:pt modelId="{D3500642-A71C-462C-B509-5E8382CCF969}" type="pres">
      <dgm:prSet presAssocID="{8FFCECCE-47BB-482C-9C38-11018D98DBB4}" presName="chevron4" presStyleLbl="alignNode1" presStyleIdx="3" presStyleCnt="21"/>
      <dgm:spPr/>
    </dgm:pt>
    <dgm:pt modelId="{CC55B229-69C9-4690-93FA-6AEB0C4C0107}" type="pres">
      <dgm:prSet presAssocID="{8FFCECCE-47BB-482C-9C38-11018D98DBB4}" presName="chevron5" presStyleLbl="alignNode1" presStyleIdx="4" presStyleCnt="21"/>
      <dgm:spPr/>
    </dgm:pt>
    <dgm:pt modelId="{510B86E2-71F2-43C0-A33B-96D5C4FFA54E}" type="pres">
      <dgm:prSet presAssocID="{8FFCECCE-47BB-482C-9C38-11018D98DBB4}" presName="chevron6" presStyleLbl="alignNode1" presStyleIdx="5" presStyleCnt="21"/>
      <dgm:spPr/>
    </dgm:pt>
    <dgm:pt modelId="{80FD3545-B532-4A54-A5D4-F90CA713797C}" type="pres">
      <dgm:prSet presAssocID="{8FFCECCE-47BB-482C-9C38-11018D98DBB4}" presName="chevron7" presStyleLbl="alignNode1" presStyleIdx="6" presStyleCnt="21"/>
      <dgm:spPr/>
    </dgm:pt>
    <dgm:pt modelId="{58085A08-5E87-4AF8-B37F-48E5DA1E4C5A}" type="pres">
      <dgm:prSet presAssocID="{8FFCECCE-47BB-482C-9C38-11018D98DBB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31C6196E-0D7B-4B45-ADD5-59C8B18A0882}" type="pres">
      <dgm:prSet presAssocID="{0A8E7330-11CA-409A-9956-E1FA5D7757CA}" presName="sibTrans" presStyleCnt="0"/>
      <dgm:spPr/>
    </dgm:pt>
    <dgm:pt modelId="{D7CDA4F1-B121-4736-97FD-8FD033AD2CF8}" type="pres">
      <dgm:prSet presAssocID="{496BCFC8-8E6F-4534-BFD9-D4D1A4BF728C}" presName="parenttextcomposite" presStyleCnt="0"/>
      <dgm:spPr/>
    </dgm:pt>
    <dgm:pt modelId="{F36859A4-F2AA-4A87-A5A4-F5BADDA8A0D5}" type="pres">
      <dgm:prSet presAssocID="{496BCFC8-8E6F-4534-BFD9-D4D1A4BF728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86C428D-C909-46DD-9DFC-02578B9AF2B1}" type="pres">
      <dgm:prSet presAssocID="{496BCFC8-8E6F-4534-BFD9-D4D1A4BF728C}" presName="composite" presStyleCnt="0"/>
      <dgm:spPr/>
    </dgm:pt>
    <dgm:pt modelId="{DE28C391-6C67-4782-A777-E0D766A7AE81}" type="pres">
      <dgm:prSet presAssocID="{496BCFC8-8E6F-4534-BFD9-D4D1A4BF728C}" presName="chevron1" presStyleLbl="alignNode1" presStyleIdx="7" presStyleCnt="21"/>
      <dgm:spPr/>
    </dgm:pt>
    <dgm:pt modelId="{2B0E1BF8-8F64-492F-919C-3EE0A5AEFB6B}" type="pres">
      <dgm:prSet presAssocID="{496BCFC8-8E6F-4534-BFD9-D4D1A4BF728C}" presName="chevron2" presStyleLbl="alignNode1" presStyleIdx="8" presStyleCnt="21"/>
      <dgm:spPr/>
    </dgm:pt>
    <dgm:pt modelId="{F015A149-E1FE-41A6-9352-E8113EAAF075}" type="pres">
      <dgm:prSet presAssocID="{496BCFC8-8E6F-4534-BFD9-D4D1A4BF728C}" presName="chevron3" presStyleLbl="alignNode1" presStyleIdx="9" presStyleCnt="21"/>
      <dgm:spPr/>
    </dgm:pt>
    <dgm:pt modelId="{32F251AB-F713-4B57-9C8D-3373CF473F26}" type="pres">
      <dgm:prSet presAssocID="{496BCFC8-8E6F-4534-BFD9-D4D1A4BF728C}" presName="chevron4" presStyleLbl="alignNode1" presStyleIdx="10" presStyleCnt="21"/>
      <dgm:spPr/>
    </dgm:pt>
    <dgm:pt modelId="{97D29541-A08B-4483-9BB7-DE39D3ACF08E}" type="pres">
      <dgm:prSet presAssocID="{496BCFC8-8E6F-4534-BFD9-D4D1A4BF728C}" presName="chevron5" presStyleLbl="alignNode1" presStyleIdx="11" presStyleCnt="21"/>
      <dgm:spPr/>
    </dgm:pt>
    <dgm:pt modelId="{3666F040-53C4-4598-BDCE-EEE6E2AE68A6}" type="pres">
      <dgm:prSet presAssocID="{496BCFC8-8E6F-4534-BFD9-D4D1A4BF728C}" presName="chevron6" presStyleLbl="alignNode1" presStyleIdx="12" presStyleCnt="21"/>
      <dgm:spPr/>
    </dgm:pt>
    <dgm:pt modelId="{398BC597-7390-4268-9AE3-226A13B080B7}" type="pres">
      <dgm:prSet presAssocID="{496BCFC8-8E6F-4534-BFD9-D4D1A4BF728C}" presName="chevron7" presStyleLbl="alignNode1" presStyleIdx="13" presStyleCnt="21"/>
      <dgm:spPr/>
    </dgm:pt>
    <dgm:pt modelId="{BA2A4CAC-AE1C-41BC-A8D5-5F0D2B4F25F3}" type="pres">
      <dgm:prSet presAssocID="{496BCFC8-8E6F-4534-BFD9-D4D1A4BF728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FCBD8BF-4A62-468D-B499-968B578FF543}" type="pres">
      <dgm:prSet presAssocID="{C2F5BF9B-0B51-47FB-9A0C-9EC365FE6F2F}" presName="sibTrans" presStyleCnt="0"/>
      <dgm:spPr/>
    </dgm:pt>
    <dgm:pt modelId="{F374FF06-7AD0-4CC4-8A43-D174B610A41F}" type="pres">
      <dgm:prSet presAssocID="{E5E59B66-6808-4A8D-A19E-35CC74D53732}" presName="parenttextcomposite" presStyleCnt="0"/>
      <dgm:spPr/>
    </dgm:pt>
    <dgm:pt modelId="{D943892C-7024-45D3-9792-E58E4874774D}" type="pres">
      <dgm:prSet presAssocID="{E5E59B66-6808-4A8D-A19E-35CC74D5373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2A8668-E80F-4651-8CE4-5FBA57DC48CE}" type="pres">
      <dgm:prSet presAssocID="{E5E59B66-6808-4A8D-A19E-35CC74D53732}" presName="composite" presStyleCnt="0"/>
      <dgm:spPr/>
    </dgm:pt>
    <dgm:pt modelId="{B5A8A188-0E21-43BF-A42F-10688A799C16}" type="pres">
      <dgm:prSet presAssocID="{E5E59B66-6808-4A8D-A19E-35CC74D53732}" presName="chevron1" presStyleLbl="alignNode1" presStyleIdx="14" presStyleCnt="21"/>
      <dgm:spPr/>
    </dgm:pt>
    <dgm:pt modelId="{3289AAE1-2758-4ADE-B96D-E5658505CE10}" type="pres">
      <dgm:prSet presAssocID="{E5E59B66-6808-4A8D-A19E-35CC74D53732}" presName="chevron2" presStyleLbl="alignNode1" presStyleIdx="15" presStyleCnt="21"/>
      <dgm:spPr/>
    </dgm:pt>
    <dgm:pt modelId="{BF3E508D-A011-475C-B181-4CBF34B54FFA}" type="pres">
      <dgm:prSet presAssocID="{E5E59B66-6808-4A8D-A19E-35CC74D53732}" presName="chevron3" presStyleLbl="alignNode1" presStyleIdx="16" presStyleCnt="21"/>
      <dgm:spPr/>
    </dgm:pt>
    <dgm:pt modelId="{C31BD97D-4EE4-4F93-BD73-8D20BDD687FA}" type="pres">
      <dgm:prSet presAssocID="{E5E59B66-6808-4A8D-A19E-35CC74D53732}" presName="chevron4" presStyleLbl="alignNode1" presStyleIdx="17" presStyleCnt="21"/>
      <dgm:spPr/>
    </dgm:pt>
    <dgm:pt modelId="{39DA4042-95A3-4ABA-9447-9AFD391F6AC9}" type="pres">
      <dgm:prSet presAssocID="{E5E59B66-6808-4A8D-A19E-35CC74D53732}" presName="chevron5" presStyleLbl="alignNode1" presStyleIdx="18" presStyleCnt="21"/>
      <dgm:spPr/>
    </dgm:pt>
    <dgm:pt modelId="{8D84DDF3-0523-4182-9B16-FD670D899221}" type="pres">
      <dgm:prSet presAssocID="{E5E59B66-6808-4A8D-A19E-35CC74D53732}" presName="chevron6" presStyleLbl="alignNode1" presStyleIdx="19" presStyleCnt="21"/>
      <dgm:spPr/>
    </dgm:pt>
    <dgm:pt modelId="{97B624AD-0697-4673-B4AF-3BE86E447B47}" type="pres">
      <dgm:prSet presAssocID="{E5E59B66-6808-4A8D-A19E-35CC74D53732}" presName="chevron7" presStyleLbl="alignNode1" presStyleIdx="20" presStyleCnt="21"/>
      <dgm:spPr/>
    </dgm:pt>
    <dgm:pt modelId="{EBD81FEE-99BC-4DAC-928C-544F75C0984E}" type="pres">
      <dgm:prSet presAssocID="{E5E59B66-6808-4A8D-A19E-35CC74D5373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82819309-0FDB-4C4A-B870-BC5C7EDB517A}" type="presOf" srcId="{6BB5DF22-DD76-49E2-AB6F-29B190B9AF11}" destId="{EBD81FEE-99BC-4DAC-928C-544F75C0984E}" srcOrd="0" destOrd="0" presId="urn:microsoft.com/office/officeart/2008/layout/VerticalAccentList"/>
    <dgm:cxn modelId="{E2D5600C-F85A-4807-AE7A-AF1D5C71DEC1}" type="presOf" srcId="{7A21F749-324C-414A-B85C-0AA0C6A47F90}" destId="{852708C9-885A-4EDD-AD73-B1F5FDF1E449}" srcOrd="0" destOrd="0" presId="urn:microsoft.com/office/officeart/2008/layout/VerticalAccentList"/>
    <dgm:cxn modelId="{6EF03110-AC9E-4895-8721-BCBAAFED4393}" srcId="{7A21F749-324C-414A-B85C-0AA0C6A47F90}" destId="{8FFCECCE-47BB-482C-9C38-11018D98DBB4}" srcOrd="0" destOrd="0" parTransId="{5851BE5C-C270-4BD8-ACCE-A38C2A7C4FD3}" sibTransId="{0A8E7330-11CA-409A-9956-E1FA5D7757CA}"/>
    <dgm:cxn modelId="{1CC6AA2C-47BB-4F34-90D9-D521600EE64F}" srcId="{7A21F749-324C-414A-B85C-0AA0C6A47F90}" destId="{E5E59B66-6808-4A8D-A19E-35CC74D53732}" srcOrd="2" destOrd="0" parTransId="{A70650EE-EB1E-4338-AC00-5D7F1809E377}" sibTransId="{DEA942E4-69F0-42F8-B592-1A5610C5E91B}"/>
    <dgm:cxn modelId="{F5C6F532-BD8A-4048-A196-2653994FDE6A}" srcId="{8FFCECCE-47BB-482C-9C38-11018D98DBB4}" destId="{0D62E6FC-BF13-48CC-BC5A-35132229F0B4}" srcOrd="0" destOrd="0" parTransId="{D2C21234-ADA3-4A66-BE41-9FF94562AD80}" sibTransId="{452C69A4-A39C-4533-B660-819003D061D5}"/>
    <dgm:cxn modelId="{BA83A742-3B48-4244-9783-43846344FE69}" srcId="{496BCFC8-8E6F-4534-BFD9-D4D1A4BF728C}" destId="{FFE27C03-CA82-4F83-B343-A4894FEEFDC2}" srcOrd="0" destOrd="0" parTransId="{D80C4709-51CD-4AE8-887C-22784210E401}" sibTransId="{FE0758E8-4C23-446D-AD1D-7621746CAA9F}"/>
    <dgm:cxn modelId="{DEA60150-2B79-4221-A3F7-DF6209E586AA}" type="presOf" srcId="{FFE27C03-CA82-4F83-B343-A4894FEEFDC2}" destId="{BA2A4CAC-AE1C-41BC-A8D5-5F0D2B4F25F3}" srcOrd="0" destOrd="0" presId="urn:microsoft.com/office/officeart/2008/layout/VerticalAccentList"/>
    <dgm:cxn modelId="{88B73F95-4E10-47EB-A3BC-D27BAB601E4D}" type="presOf" srcId="{0D62E6FC-BF13-48CC-BC5A-35132229F0B4}" destId="{58085A08-5E87-4AF8-B37F-48E5DA1E4C5A}" srcOrd="0" destOrd="0" presId="urn:microsoft.com/office/officeart/2008/layout/VerticalAccentList"/>
    <dgm:cxn modelId="{A4115B9A-77EE-4189-8E9F-FB87300D01C1}" type="presOf" srcId="{496BCFC8-8E6F-4534-BFD9-D4D1A4BF728C}" destId="{F36859A4-F2AA-4A87-A5A4-F5BADDA8A0D5}" srcOrd="0" destOrd="0" presId="urn:microsoft.com/office/officeart/2008/layout/VerticalAccentList"/>
    <dgm:cxn modelId="{D694CBB4-A671-462C-951C-56B33D58C6B4}" type="presOf" srcId="{E5E59B66-6808-4A8D-A19E-35CC74D53732}" destId="{D943892C-7024-45D3-9792-E58E4874774D}" srcOrd="0" destOrd="0" presId="urn:microsoft.com/office/officeart/2008/layout/VerticalAccentList"/>
    <dgm:cxn modelId="{58FD24BA-E69D-4AB2-B19F-18B4A8F4380C}" srcId="{7A21F749-324C-414A-B85C-0AA0C6A47F90}" destId="{496BCFC8-8E6F-4534-BFD9-D4D1A4BF728C}" srcOrd="1" destOrd="0" parTransId="{3382ADFC-38A6-46AC-B143-82249A63DF87}" sibTransId="{C2F5BF9B-0B51-47FB-9A0C-9EC365FE6F2F}"/>
    <dgm:cxn modelId="{23DD24DA-DFD5-4547-B3C4-E6D7C161AB99}" srcId="{E5E59B66-6808-4A8D-A19E-35CC74D53732}" destId="{6BB5DF22-DD76-49E2-AB6F-29B190B9AF11}" srcOrd="0" destOrd="0" parTransId="{B457F8B6-93C6-47EE-B071-087B73722F15}" sibTransId="{36CA8A9A-EAF5-45F0-BCC1-FB339EDA18F1}"/>
    <dgm:cxn modelId="{D6EBB6F8-CA97-4584-87BD-7E103EFEB9A6}" type="presOf" srcId="{8FFCECCE-47BB-482C-9C38-11018D98DBB4}" destId="{114A8D1E-E8A2-44C6-BAE8-D79309EB13F0}" srcOrd="0" destOrd="0" presId="urn:microsoft.com/office/officeart/2008/layout/VerticalAccentList"/>
    <dgm:cxn modelId="{DF4E6A71-5732-48F6-8049-DC535E04078D}" type="presParOf" srcId="{852708C9-885A-4EDD-AD73-B1F5FDF1E449}" destId="{1479549A-4D57-412F-BCE1-E84C8C32A79A}" srcOrd="0" destOrd="0" presId="urn:microsoft.com/office/officeart/2008/layout/VerticalAccentList"/>
    <dgm:cxn modelId="{B91E1368-2E5D-4E8C-9DEC-3C184BECBCC7}" type="presParOf" srcId="{1479549A-4D57-412F-BCE1-E84C8C32A79A}" destId="{114A8D1E-E8A2-44C6-BAE8-D79309EB13F0}" srcOrd="0" destOrd="0" presId="urn:microsoft.com/office/officeart/2008/layout/VerticalAccentList"/>
    <dgm:cxn modelId="{4035D5FB-7F52-4163-9A3A-4B04834DA74F}" type="presParOf" srcId="{852708C9-885A-4EDD-AD73-B1F5FDF1E449}" destId="{CD327382-E304-4CA3-A971-DFDD8A9814B8}" srcOrd="1" destOrd="0" presId="urn:microsoft.com/office/officeart/2008/layout/VerticalAccentList"/>
    <dgm:cxn modelId="{83731D2C-9E72-4523-81A0-AB3C5779570D}" type="presParOf" srcId="{CD327382-E304-4CA3-A971-DFDD8A9814B8}" destId="{872010B7-E5DA-4602-A104-33A40BB2023E}" srcOrd="0" destOrd="0" presId="urn:microsoft.com/office/officeart/2008/layout/VerticalAccentList"/>
    <dgm:cxn modelId="{7E1A5F89-6D1C-4888-AAC8-ACC04F0272AC}" type="presParOf" srcId="{CD327382-E304-4CA3-A971-DFDD8A9814B8}" destId="{77515EF5-24CA-451E-8C5B-8D829DF3655C}" srcOrd="1" destOrd="0" presId="urn:microsoft.com/office/officeart/2008/layout/VerticalAccentList"/>
    <dgm:cxn modelId="{9AF9AC0F-F2A8-4DDC-B8AB-D0D7CA1613F3}" type="presParOf" srcId="{CD327382-E304-4CA3-A971-DFDD8A9814B8}" destId="{5BAE4358-F32F-4BAD-BBC9-2557C8228CAA}" srcOrd="2" destOrd="0" presId="urn:microsoft.com/office/officeart/2008/layout/VerticalAccentList"/>
    <dgm:cxn modelId="{F908C625-47B1-4004-B881-E2ED320D6F3A}" type="presParOf" srcId="{CD327382-E304-4CA3-A971-DFDD8A9814B8}" destId="{D3500642-A71C-462C-B509-5E8382CCF969}" srcOrd="3" destOrd="0" presId="urn:microsoft.com/office/officeart/2008/layout/VerticalAccentList"/>
    <dgm:cxn modelId="{549C13A6-0D11-4A47-840E-63BAFE28FCB2}" type="presParOf" srcId="{CD327382-E304-4CA3-A971-DFDD8A9814B8}" destId="{CC55B229-69C9-4690-93FA-6AEB0C4C0107}" srcOrd="4" destOrd="0" presId="urn:microsoft.com/office/officeart/2008/layout/VerticalAccentList"/>
    <dgm:cxn modelId="{63A29E72-2A8F-4E86-B748-AE23D489E834}" type="presParOf" srcId="{CD327382-E304-4CA3-A971-DFDD8A9814B8}" destId="{510B86E2-71F2-43C0-A33B-96D5C4FFA54E}" srcOrd="5" destOrd="0" presId="urn:microsoft.com/office/officeart/2008/layout/VerticalAccentList"/>
    <dgm:cxn modelId="{8AE299DF-8623-4083-B412-E55495576F99}" type="presParOf" srcId="{CD327382-E304-4CA3-A971-DFDD8A9814B8}" destId="{80FD3545-B532-4A54-A5D4-F90CA713797C}" srcOrd="6" destOrd="0" presId="urn:microsoft.com/office/officeart/2008/layout/VerticalAccentList"/>
    <dgm:cxn modelId="{886D11B9-9C0F-4CDD-A7A4-5471B389EDEC}" type="presParOf" srcId="{CD327382-E304-4CA3-A971-DFDD8A9814B8}" destId="{58085A08-5E87-4AF8-B37F-48E5DA1E4C5A}" srcOrd="7" destOrd="0" presId="urn:microsoft.com/office/officeart/2008/layout/VerticalAccentList"/>
    <dgm:cxn modelId="{12A2A526-279F-4EAD-86DC-849CCC2A37C5}" type="presParOf" srcId="{852708C9-885A-4EDD-AD73-B1F5FDF1E449}" destId="{31C6196E-0D7B-4B45-ADD5-59C8B18A0882}" srcOrd="2" destOrd="0" presId="urn:microsoft.com/office/officeart/2008/layout/VerticalAccentList"/>
    <dgm:cxn modelId="{EDF95E74-0378-4DEB-BAF5-EC9172A5EB9E}" type="presParOf" srcId="{852708C9-885A-4EDD-AD73-B1F5FDF1E449}" destId="{D7CDA4F1-B121-4736-97FD-8FD033AD2CF8}" srcOrd="3" destOrd="0" presId="urn:microsoft.com/office/officeart/2008/layout/VerticalAccentList"/>
    <dgm:cxn modelId="{C31A4812-43C5-46D6-9C02-3757D058DB85}" type="presParOf" srcId="{D7CDA4F1-B121-4736-97FD-8FD033AD2CF8}" destId="{F36859A4-F2AA-4A87-A5A4-F5BADDA8A0D5}" srcOrd="0" destOrd="0" presId="urn:microsoft.com/office/officeart/2008/layout/VerticalAccentList"/>
    <dgm:cxn modelId="{BB876FB1-3841-44AB-AF70-E4188DB8B931}" type="presParOf" srcId="{852708C9-885A-4EDD-AD73-B1F5FDF1E449}" destId="{F86C428D-C909-46DD-9DFC-02578B9AF2B1}" srcOrd="4" destOrd="0" presId="urn:microsoft.com/office/officeart/2008/layout/VerticalAccentList"/>
    <dgm:cxn modelId="{DE7A6398-94FC-43DD-A8D1-98ECEDEC381E}" type="presParOf" srcId="{F86C428D-C909-46DD-9DFC-02578B9AF2B1}" destId="{DE28C391-6C67-4782-A777-E0D766A7AE81}" srcOrd="0" destOrd="0" presId="urn:microsoft.com/office/officeart/2008/layout/VerticalAccentList"/>
    <dgm:cxn modelId="{383C42E9-84D2-4C39-8A58-068912C9F717}" type="presParOf" srcId="{F86C428D-C909-46DD-9DFC-02578B9AF2B1}" destId="{2B0E1BF8-8F64-492F-919C-3EE0A5AEFB6B}" srcOrd="1" destOrd="0" presId="urn:microsoft.com/office/officeart/2008/layout/VerticalAccentList"/>
    <dgm:cxn modelId="{5A9D058C-9C94-4E70-90CF-4E6F1ADAE7C0}" type="presParOf" srcId="{F86C428D-C909-46DD-9DFC-02578B9AF2B1}" destId="{F015A149-E1FE-41A6-9352-E8113EAAF075}" srcOrd="2" destOrd="0" presId="urn:microsoft.com/office/officeart/2008/layout/VerticalAccentList"/>
    <dgm:cxn modelId="{D29126A6-8989-4E60-ACC4-0886106D43C4}" type="presParOf" srcId="{F86C428D-C909-46DD-9DFC-02578B9AF2B1}" destId="{32F251AB-F713-4B57-9C8D-3373CF473F26}" srcOrd="3" destOrd="0" presId="urn:microsoft.com/office/officeart/2008/layout/VerticalAccentList"/>
    <dgm:cxn modelId="{11357898-EAD0-4BF1-A0D8-59B320B7D99D}" type="presParOf" srcId="{F86C428D-C909-46DD-9DFC-02578B9AF2B1}" destId="{97D29541-A08B-4483-9BB7-DE39D3ACF08E}" srcOrd="4" destOrd="0" presId="urn:microsoft.com/office/officeart/2008/layout/VerticalAccentList"/>
    <dgm:cxn modelId="{DD0E3FD7-C2B1-4BEA-844A-3908E8F1F207}" type="presParOf" srcId="{F86C428D-C909-46DD-9DFC-02578B9AF2B1}" destId="{3666F040-53C4-4598-BDCE-EEE6E2AE68A6}" srcOrd="5" destOrd="0" presId="urn:microsoft.com/office/officeart/2008/layout/VerticalAccentList"/>
    <dgm:cxn modelId="{80C2CCD2-0CD0-4097-886E-CA5E1313A1AB}" type="presParOf" srcId="{F86C428D-C909-46DD-9DFC-02578B9AF2B1}" destId="{398BC597-7390-4268-9AE3-226A13B080B7}" srcOrd="6" destOrd="0" presId="urn:microsoft.com/office/officeart/2008/layout/VerticalAccentList"/>
    <dgm:cxn modelId="{B4C59906-525E-4DFF-BA00-9D0E349D1E68}" type="presParOf" srcId="{F86C428D-C909-46DD-9DFC-02578B9AF2B1}" destId="{BA2A4CAC-AE1C-41BC-A8D5-5F0D2B4F25F3}" srcOrd="7" destOrd="0" presId="urn:microsoft.com/office/officeart/2008/layout/VerticalAccentList"/>
    <dgm:cxn modelId="{0EF15E64-3610-4A05-90A8-25DFDE611851}" type="presParOf" srcId="{852708C9-885A-4EDD-AD73-B1F5FDF1E449}" destId="{5FCBD8BF-4A62-468D-B499-968B578FF543}" srcOrd="5" destOrd="0" presId="urn:microsoft.com/office/officeart/2008/layout/VerticalAccentList"/>
    <dgm:cxn modelId="{725E1246-B410-4716-9495-E0FC42811C28}" type="presParOf" srcId="{852708C9-885A-4EDD-AD73-B1F5FDF1E449}" destId="{F374FF06-7AD0-4CC4-8A43-D174B610A41F}" srcOrd="6" destOrd="0" presId="urn:microsoft.com/office/officeart/2008/layout/VerticalAccentList"/>
    <dgm:cxn modelId="{FF26372E-D62E-4C94-97A1-2485D57BC4C1}" type="presParOf" srcId="{F374FF06-7AD0-4CC4-8A43-D174B610A41F}" destId="{D943892C-7024-45D3-9792-E58E4874774D}" srcOrd="0" destOrd="0" presId="urn:microsoft.com/office/officeart/2008/layout/VerticalAccentList"/>
    <dgm:cxn modelId="{A02F6C7D-0EA6-42BF-8F3B-D9139819BB17}" type="presParOf" srcId="{852708C9-885A-4EDD-AD73-B1F5FDF1E449}" destId="{FA2A8668-E80F-4651-8CE4-5FBA57DC48CE}" srcOrd="7" destOrd="0" presId="urn:microsoft.com/office/officeart/2008/layout/VerticalAccentList"/>
    <dgm:cxn modelId="{A6010297-6619-400D-9D84-C73F16C36E82}" type="presParOf" srcId="{FA2A8668-E80F-4651-8CE4-5FBA57DC48CE}" destId="{B5A8A188-0E21-43BF-A42F-10688A799C16}" srcOrd="0" destOrd="0" presId="urn:microsoft.com/office/officeart/2008/layout/VerticalAccentList"/>
    <dgm:cxn modelId="{D238670E-B5AC-4946-93BE-54463C2CC840}" type="presParOf" srcId="{FA2A8668-E80F-4651-8CE4-5FBA57DC48CE}" destId="{3289AAE1-2758-4ADE-B96D-E5658505CE10}" srcOrd="1" destOrd="0" presId="urn:microsoft.com/office/officeart/2008/layout/VerticalAccentList"/>
    <dgm:cxn modelId="{C8CA623D-AD35-4C4A-8AFB-B6CB0FD4D064}" type="presParOf" srcId="{FA2A8668-E80F-4651-8CE4-5FBA57DC48CE}" destId="{BF3E508D-A011-475C-B181-4CBF34B54FFA}" srcOrd="2" destOrd="0" presId="urn:microsoft.com/office/officeart/2008/layout/VerticalAccentList"/>
    <dgm:cxn modelId="{A37CC967-72FA-450C-95C2-1A50A639BB64}" type="presParOf" srcId="{FA2A8668-E80F-4651-8CE4-5FBA57DC48CE}" destId="{C31BD97D-4EE4-4F93-BD73-8D20BDD687FA}" srcOrd="3" destOrd="0" presId="urn:microsoft.com/office/officeart/2008/layout/VerticalAccentList"/>
    <dgm:cxn modelId="{4683EB31-F30C-4DE1-A0A9-9A8018F50879}" type="presParOf" srcId="{FA2A8668-E80F-4651-8CE4-5FBA57DC48CE}" destId="{39DA4042-95A3-4ABA-9447-9AFD391F6AC9}" srcOrd="4" destOrd="0" presId="urn:microsoft.com/office/officeart/2008/layout/VerticalAccentList"/>
    <dgm:cxn modelId="{8A3BDA29-78A1-41F2-8625-AF5BC7F26984}" type="presParOf" srcId="{FA2A8668-E80F-4651-8CE4-5FBA57DC48CE}" destId="{8D84DDF3-0523-4182-9B16-FD670D899221}" srcOrd="5" destOrd="0" presId="urn:microsoft.com/office/officeart/2008/layout/VerticalAccentList"/>
    <dgm:cxn modelId="{A3700680-83CF-4D35-99B4-C733A0371430}" type="presParOf" srcId="{FA2A8668-E80F-4651-8CE4-5FBA57DC48CE}" destId="{97B624AD-0697-4673-B4AF-3BE86E447B47}" srcOrd="6" destOrd="0" presId="urn:microsoft.com/office/officeart/2008/layout/VerticalAccentList"/>
    <dgm:cxn modelId="{FC9B816D-F2CF-46A8-8758-F2D659D9C7B5}" type="presParOf" srcId="{FA2A8668-E80F-4651-8CE4-5FBA57DC48CE}" destId="{EBD81FEE-99BC-4DAC-928C-544F75C0984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21F749-324C-414A-B85C-0AA0C6A47F9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FCECCE-47BB-482C-9C38-11018D98DB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7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51BE5C-C270-4BD8-ACCE-A38C2A7C4FD3}" type="parTrans" cxnId="{6EF03110-AC9E-4895-8721-BCBAAFED4393}">
      <dgm:prSet/>
      <dgm:spPr/>
      <dgm:t>
        <a:bodyPr/>
        <a:lstStyle/>
        <a:p>
          <a:endParaRPr lang="en-IN"/>
        </a:p>
      </dgm:t>
    </dgm:pt>
    <dgm:pt modelId="{0A8E7330-11CA-409A-9956-E1FA5D7757CA}" type="sibTrans" cxnId="{6EF03110-AC9E-4895-8721-BCBAAFED4393}">
      <dgm:prSet/>
      <dgm:spPr/>
      <dgm:t>
        <a:bodyPr/>
        <a:lstStyle/>
        <a:p>
          <a:endParaRPr lang="en-IN"/>
        </a:p>
      </dgm:t>
    </dgm:pt>
    <dgm:pt modelId="{0D62E6FC-BF13-48CC-BC5A-35132229F0B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 &amp; System Architecture 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21234-ADA3-4A66-BE41-9FF94562AD80}" type="parTrans" cxnId="{F5C6F532-BD8A-4048-A196-2653994FDE6A}">
      <dgm:prSet/>
      <dgm:spPr/>
      <dgm:t>
        <a:bodyPr/>
        <a:lstStyle/>
        <a:p>
          <a:endParaRPr lang="en-IN"/>
        </a:p>
      </dgm:t>
    </dgm:pt>
    <dgm:pt modelId="{452C69A4-A39C-4533-B660-819003D061D5}" type="sibTrans" cxnId="{F5C6F532-BD8A-4048-A196-2653994FDE6A}">
      <dgm:prSet/>
      <dgm:spPr/>
      <dgm:t>
        <a:bodyPr/>
        <a:lstStyle/>
        <a:p>
          <a:endParaRPr lang="en-IN"/>
        </a:p>
      </dgm:t>
    </dgm:pt>
    <dgm:pt modelId="{496BCFC8-8E6F-4534-BFD9-D4D1A4BF728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8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2ADFC-38A6-46AC-B143-82249A63DF87}" type="parTrans" cxnId="{58FD24BA-E69D-4AB2-B19F-18B4A8F4380C}">
      <dgm:prSet/>
      <dgm:spPr/>
      <dgm:t>
        <a:bodyPr/>
        <a:lstStyle/>
        <a:p>
          <a:endParaRPr lang="en-IN"/>
        </a:p>
      </dgm:t>
    </dgm:pt>
    <dgm:pt modelId="{C2F5BF9B-0B51-47FB-9A0C-9EC365FE6F2F}" type="sibTrans" cxnId="{58FD24BA-E69D-4AB2-B19F-18B4A8F4380C}">
      <dgm:prSet/>
      <dgm:spPr/>
      <dgm:t>
        <a:bodyPr/>
        <a:lstStyle/>
        <a:p>
          <a:endParaRPr lang="en-IN"/>
        </a:p>
      </dgm:t>
    </dgm:pt>
    <dgm:pt modelId="{FFE27C03-CA82-4F83-B343-A4894FEEFDC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Implementation of Project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0C4709-51CD-4AE8-887C-22784210E401}" type="parTrans" cxnId="{BA83A742-3B48-4244-9783-43846344FE69}">
      <dgm:prSet/>
      <dgm:spPr/>
      <dgm:t>
        <a:bodyPr/>
        <a:lstStyle/>
        <a:p>
          <a:endParaRPr lang="en-IN"/>
        </a:p>
      </dgm:t>
    </dgm:pt>
    <dgm:pt modelId="{FE0758E8-4C23-446D-AD1D-7621746CAA9F}" type="sibTrans" cxnId="{BA83A742-3B48-4244-9783-43846344FE69}">
      <dgm:prSet/>
      <dgm:spPr/>
      <dgm:t>
        <a:bodyPr/>
        <a:lstStyle/>
        <a:p>
          <a:endParaRPr lang="en-IN"/>
        </a:p>
      </dgm:t>
    </dgm:pt>
    <dgm:pt modelId="{E5E59B66-6808-4A8D-A19E-35CC74D5373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9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50EE-EB1E-4338-AC00-5D7F1809E377}" type="parTrans" cxnId="{1CC6AA2C-47BB-4F34-90D9-D521600EE64F}">
      <dgm:prSet/>
      <dgm:spPr/>
      <dgm:t>
        <a:bodyPr/>
        <a:lstStyle/>
        <a:p>
          <a:endParaRPr lang="en-IN"/>
        </a:p>
      </dgm:t>
    </dgm:pt>
    <dgm:pt modelId="{DEA942E4-69F0-42F8-B592-1A5610C5E91B}" type="sibTrans" cxnId="{1CC6AA2C-47BB-4F34-90D9-D521600EE64F}">
      <dgm:prSet/>
      <dgm:spPr/>
      <dgm:t>
        <a:bodyPr/>
        <a:lstStyle/>
        <a:p>
          <a:endParaRPr lang="en-IN"/>
        </a:p>
      </dgm:t>
    </dgm:pt>
    <dgm:pt modelId="{6BB5DF22-DD76-49E2-AB6F-29B190B9AF1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Result</a:t>
          </a:r>
          <a:r>
            <a:rPr lang="en-US" sz="2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and Evaluation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7F8B6-93C6-47EE-B071-087B73722F15}" type="parTrans" cxnId="{23DD24DA-DFD5-4547-B3C4-E6D7C161AB99}">
      <dgm:prSet/>
      <dgm:spPr/>
      <dgm:t>
        <a:bodyPr/>
        <a:lstStyle/>
        <a:p>
          <a:endParaRPr lang="en-IN"/>
        </a:p>
      </dgm:t>
    </dgm:pt>
    <dgm:pt modelId="{36CA8A9A-EAF5-45F0-BCC1-FB339EDA18F1}" type="sibTrans" cxnId="{23DD24DA-DFD5-4547-B3C4-E6D7C161AB99}">
      <dgm:prSet/>
      <dgm:spPr/>
      <dgm:t>
        <a:bodyPr/>
        <a:lstStyle/>
        <a:p>
          <a:endParaRPr lang="en-IN"/>
        </a:p>
      </dgm:t>
    </dgm:pt>
    <dgm:pt modelId="{852708C9-885A-4EDD-AD73-B1F5FDF1E449}" type="pres">
      <dgm:prSet presAssocID="{7A21F749-324C-414A-B85C-0AA0C6A47F90}" presName="Name0" presStyleCnt="0">
        <dgm:presLayoutVars>
          <dgm:chMax/>
          <dgm:chPref/>
          <dgm:dir/>
        </dgm:presLayoutVars>
      </dgm:prSet>
      <dgm:spPr/>
    </dgm:pt>
    <dgm:pt modelId="{1479549A-4D57-412F-BCE1-E84C8C32A79A}" type="pres">
      <dgm:prSet presAssocID="{8FFCECCE-47BB-482C-9C38-11018D98DBB4}" presName="parenttextcomposite" presStyleCnt="0"/>
      <dgm:spPr/>
    </dgm:pt>
    <dgm:pt modelId="{114A8D1E-E8A2-44C6-BAE8-D79309EB13F0}" type="pres">
      <dgm:prSet presAssocID="{8FFCECCE-47BB-482C-9C38-11018D98DBB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D327382-E304-4CA3-A971-DFDD8A9814B8}" type="pres">
      <dgm:prSet presAssocID="{8FFCECCE-47BB-482C-9C38-11018D98DBB4}" presName="composite" presStyleCnt="0"/>
      <dgm:spPr/>
    </dgm:pt>
    <dgm:pt modelId="{872010B7-E5DA-4602-A104-33A40BB2023E}" type="pres">
      <dgm:prSet presAssocID="{8FFCECCE-47BB-482C-9C38-11018D98DBB4}" presName="chevron1" presStyleLbl="alignNode1" presStyleIdx="0" presStyleCnt="21"/>
      <dgm:spPr/>
    </dgm:pt>
    <dgm:pt modelId="{77515EF5-24CA-451E-8C5B-8D829DF3655C}" type="pres">
      <dgm:prSet presAssocID="{8FFCECCE-47BB-482C-9C38-11018D98DBB4}" presName="chevron2" presStyleLbl="alignNode1" presStyleIdx="1" presStyleCnt="21"/>
      <dgm:spPr/>
    </dgm:pt>
    <dgm:pt modelId="{5BAE4358-F32F-4BAD-BBC9-2557C8228CAA}" type="pres">
      <dgm:prSet presAssocID="{8FFCECCE-47BB-482C-9C38-11018D98DBB4}" presName="chevron3" presStyleLbl="alignNode1" presStyleIdx="2" presStyleCnt="21"/>
      <dgm:spPr/>
    </dgm:pt>
    <dgm:pt modelId="{D3500642-A71C-462C-B509-5E8382CCF969}" type="pres">
      <dgm:prSet presAssocID="{8FFCECCE-47BB-482C-9C38-11018D98DBB4}" presName="chevron4" presStyleLbl="alignNode1" presStyleIdx="3" presStyleCnt="21"/>
      <dgm:spPr/>
    </dgm:pt>
    <dgm:pt modelId="{CC55B229-69C9-4690-93FA-6AEB0C4C0107}" type="pres">
      <dgm:prSet presAssocID="{8FFCECCE-47BB-482C-9C38-11018D98DBB4}" presName="chevron5" presStyleLbl="alignNode1" presStyleIdx="4" presStyleCnt="21"/>
      <dgm:spPr/>
    </dgm:pt>
    <dgm:pt modelId="{510B86E2-71F2-43C0-A33B-96D5C4FFA54E}" type="pres">
      <dgm:prSet presAssocID="{8FFCECCE-47BB-482C-9C38-11018D98DBB4}" presName="chevron6" presStyleLbl="alignNode1" presStyleIdx="5" presStyleCnt="21"/>
      <dgm:spPr/>
    </dgm:pt>
    <dgm:pt modelId="{80FD3545-B532-4A54-A5D4-F90CA713797C}" type="pres">
      <dgm:prSet presAssocID="{8FFCECCE-47BB-482C-9C38-11018D98DBB4}" presName="chevron7" presStyleLbl="alignNode1" presStyleIdx="6" presStyleCnt="21"/>
      <dgm:spPr/>
    </dgm:pt>
    <dgm:pt modelId="{58085A08-5E87-4AF8-B37F-48E5DA1E4C5A}" type="pres">
      <dgm:prSet presAssocID="{8FFCECCE-47BB-482C-9C38-11018D98DBB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31C6196E-0D7B-4B45-ADD5-59C8B18A0882}" type="pres">
      <dgm:prSet presAssocID="{0A8E7330-11CA-409A-9956-E1FA5D7757CA}" presName="sibTrans" presStyleCnt="0"/>
      <dgm:spPr/>
    </dgm:pt>
    <dgm:pt modelId="{D7CDA4F1-B121-4736-97FD-8FD033AD2CF8}" type="pres">
      <dgm:prSet presAssocID="{496BCFC8-8E6F-4534-BFD9-D4D1A4BF728C}" presName="parenttextcomposite" presStyleCnt="0"/>
      <dgm:spPr/>
    </dgm:pt>
    <dgm:pt modelId="{F36859A4-F2AA-4A87-A5A4-F5BADDA8A0D5}" type="pres">
      <dgm:prSet presAssocID="{496BCFC8-8E6F-4534-BFD9-D4D1A4BF728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86C428D-C909-46DD-9DFC-02578B9AF2B1}" type="pres">
      <dgm:prSet presAssocID="{496BCFC8-8E6F-4534-BFD9-D4D1A4BF728C}" presName="composite" presStyleCnt="0"/>
      <dgm:spPr/>
    </dgm:pt>
    <dgm:pt modelId="{DE28C391-6C67-4782-A777-E0D766A7AE81}" type="pres">
      <dgm:prSet presAssocID="{496BCFC8-8E6F-4534-BFD9-D4D1A4BF728C}" presName="chevron1" presStyleLbl="alignNode1" presStyleIdx="7" presStyleCnt="21"/>
      <dgm:spPr/>
    </dgm:pt>
    <dgm:pt modelId="{2B0E1BF8-8F64-492F-919C-3EE0A5AEFB6B}" type="pres">
      <dgm:prSet presAssocID="{496BCFC8-8E6F-4534-BFD9-D4D1A4BF728C}" presName="chevron2" presStyleLbl="alignNode1" presStyleIdx="8" presStyleCnt="21"/>
      <dgm:spPr/>
    </dgm:pt>
    <dgm:pt modelId="{F015A149-E1FE-41A6-9352-E8113EAAF075}" type="pres">
      <dgm:prSet presAssocID="{496BCFC8-8E6F-4534-BFD9-D4D1A4BF728C}" presName="chevron3" presStyleLbl="alignNode1" presStyleIdx="9" presStyleCnt="21"/>
      <dgm:spPr/>
    </dgm:pt>
    <dgm:pt modelId="{32F251AB-F713-4B57-9C8D-3373CF473F26}" type="pres">
      <dgm:prSet presAssocID="{496BCFC8-8E6F-4534-BFD9-D4D1A4BF728C}" presName="chevron4" presStyleLbl="alignNode1" presStyleIdx="10" presStyleCnt="21"/>
      <dgm:spPr/>
    </dgm:pt>
    <dgm:pt modelId="{97D29541-A08B-4483-9BB7-DE39D3ACF08E}" type="pres">
      <dgm:prSet presAssocID="{496BCFC8-8E6F-4534-BFD9-D4D1A4BF728C}" presName="chevron5" presStyleLbl="alignNode1" presStyleIdx="11" presStyleCnt="21"/>
      <dgm:spPr/>
    </dgm:pt>
    <dgm:pt modelId="{3666F040-53C4-4598-BDCE-EEE6E2AE68A6}" type="pres">
      <dgm:prSet presAssocID="{496BCFC8-8E6F-4534-BFD9-D4D1A4BF728C}" presName="chevron6" presStyleLbl="alignNode1" presStyleIdx="12" presStyleCnt="21"/>
      <dgm:spPr/>
    </dgm:pt>
    <dgm:pt modelId="{398BC597-7390-4268-9AE3-226A13B080B7}" type="pres">
      <dgm:prSet presAssocID="{496BCFC8-8E6F-4534-BFD9-D4D1A4BF728C}" presName="chevron7" presStyleLbl="alignNode1" presStyleIdx="13" presStyleCnt="21"/>
      <dgm:spPr/>
    </dgm:pt>
    <dgm:pt modelId="{BA2A4CAC-AE1C-41BC-A8D5-5F0D2B4F25F3}" type="pres">
      <dgm:prSet presAssocID="{496BCFC8-8E6F-4534-BFD9-D4D1A4BF728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FCBD8BF-4A62-468D-B499-968B578FF543}" type="pres">
      <dgm:prSet presAssocID="{C2F5BF9B-0B51-47FB-9A0C-9EC365FE6F2F}" presName="sibTrans" presStyleCnt="0"/>
      <dgm:spPr/>
    </dgm:pt>
    <dgm:pt modelId="{F374FF06-7AD0-4CC4-8A43-D174B610A41F}" type="pres">
      <dgm:prSet presAssocID="{E5E59B66-6808-4A8D-A19E-35CC74D53732}" presName="parenttextcomposite" presStyleCnt="0"/>
      <dgm:spPr/>
    </dgm:pt>
    <dgm:pt modelId="{D943892C-7024-45D3-9792-E58E4874774D}" type="pres">
      <dgm:prSet presAssocID="{E5E59B66-6808-4A8D-A19E-35CC74D5373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2A8668-E80F-4651-8CE4-5FBA57DC48CE}" type="pres">
      <dgm:prSet presAssocID="{E5E59B66-6808-4A8D-A19E-35CC74D53732}" presName="composite" presStyleCnt="0"/>
      <dgm:spPr/>
    </dgm:pt>
    <dgm:pt modelId="{B5A8A188-0E21-43BF-A42F-10688A799C16}" type="pres">
      <dgm:prSet presAssocID="{E5E59B66-6808-4A8D-A19E-35CC74D53732}" presName="chevron1" presStyleLbl="alignNode1" presStyleIdx="14" presStyleCnt="21"/>
      <dgm:spPr/>
    </dgm:pt>
    <dgm:pt modelId="{3289AAE1-2758-4ADE-B96D-E5658505CE10}" type="pres">
      <dgm:prSet presAssocID="{E5E59B66-6808-4A8D-A19E-35CC74D53732}" presName="chevron2" presStyleLbl="alignNode1" presStyleIdx="15" presStyleCnt="21"/>
      <dgm:spPr/>
    </dgm:pt>
    <dgm:pt modelId="{BF3E508D-A011-475C-B181-4CBF34B54FFA}" type="pres">
      <dgm:prSet presAssocID="{E5E59B66-6808-4A8D-A19E-35CC74D53732}" presName="chevron3" presStyleLbl="alignNode1" presStyleIdx="16" presStyleCnt="21"/>
      <dgm:spPr/>
    </dgm:pt>
    <dgm:pt modelId="{C31BD97D-4EE4-4F93-BD73-8D20BDD687FA}" type="pres">
      <dgm:prSet presAssocID="{E5E59B66-6808-4A8D-A19E-35CC74D53732}" presName="chevron4" presStyleLbl="alignNode1" presStyleIdx="17" presStyleCnt="21"/>
      <dgm:spPr/>
    </dgm:pt>
    <dgm:pt modelId="{39DA4042-95A3-4ABA-9447-9AFD391F6AC9}" type="pres">
      <dgm:prSet presAssocID="{E5E59B66-6808-4A8D-A19E-35CC74D53732}" presName="chevron5" presStyleLbl="alignNode1" presStyleIdx="18" presStyleCnt="21"/>
      <dgm:spPr/>
    </dgm:pt>
    <dgm:pt modelId="{8D84DDF3-0523-4182-9B16-FD670D899221}" type="pres">
      <dgm:prSet presAssocID="{E5E59B66-6808-4A8D-A19E-35CC74D53732}" presName="chevron6" presStyleLbl="alignNode1" presStyleIdx="19" presStyleCnt="21"/>
      <dgm:spPr/>
    </dgm:pt>
    <dgm:pt modelId="{97B624AD-0697-4673-B4AF-3BE86E447B47}" type="pres">
      <dgm:prSet presAssocID="{E5E59B66-6808-4A8D-A19E-35CC74D53732}" presName="chevron7" presStyleLbl="alignNode1" presStyleIdx="20" presStyleCnt="21"/>
      <dgm:spPr/>
    </dgm:pt>
    <dgm:pt modelId="{EBD81FEE-99BC-4DAC-928C-544F75C0984E}" type="pres">
      <dgm:prSet presAssocID="{E5E59B66-6808-4A8D-A19E-35CC74D5373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82819309-0FDB-4C4A-B870-BC5C7EDB517A}" type="presOf" srcId="{6BB5DF22-DD76-49E2-AB6F-29B190B9AF11}" destId="{EBD81FEE-99BC-4DAC-928C-544F75C0984E}" srcOrd="0" destOrd="0" presId="urn:microsoft.com/office/officeart/2008/layout/VerticalAccentList"/>
    <dgm:cxn modelId="{E2D5600C-F85A-4807-AE7A-AF1D5C71DEC1}" type="presOf" srcId="{7A21F749-324C-414A-B85C-0AA0C6A47F90}" destId="{852708C9-885A-4EDD-AD73-B1F5FDF1E449}" srcOrd="0" destOrd="0" presId="urn:microsoft.com/office/officeart/2008/layout/VerticalAccentList"/>
    <dgm:cxn modelId="{6EF03110-AC9E-4895-8721-BCBAAFED4393}" srcId="{7A21F749-324C-414A-B85C-0AA0C6A47F90}" destId="{8FFCECCE-47BB-482C-9C38-11018D98DBB4}" srcOrd="0" destOrd="0" parTransId="{5851BE5C-C270-4BD8-ACCE-A38C2A7C4FD3}" sibTransId="{0A8E7330-11CA-409A-9956-E1FA5D7757CA}"/>
    <dgm:cxn modelId="{1CC6AA2C-47BB-4F34-90D9-D521600EE64F}" srcId="{7A21F749-324C-414A-B85C-0AA0C6A47F90}" destId="{E5E59B66-6808-4A8D-A19E-35CC74D53732}" srcOrd="2" destOrd="0" parTransId="{A70650EE-EB1E-4338-AC00-5D7F1809E377}" sibTransId="{DEA942E4-69F0-42F8-B592-1A5610C5E91B}"/>
    <dgm:cxn modelId="{F5C6F532-BD8A-4048-A196-2653994FDE6A}" srcId="{8FFCECCE-47BB-482C-9C38-11018D98DBB4}" destId="{0D62E6FC-BF13-48CC-BC5A-35132229F0B4}" srcOrd="0" destOrd="0" parTransId="{D2C21234-ADA3-4A66-BE41-9FF94562AD80}" sibTransId="{452C69A4-A39C-4533-B660-819003D061D5}"/>
    <dgm:cxn modelId="{BA83A742-3B48-4244-9783-43846344FE69}" srcId="{496BCFC8-8E6F-4534-BFD9-D4D1A4BF728C}" destId="{FFE27C03-CA82-4F83-B343-A4894FEEFDC2}" srcOrd="0" destOrd="0" parTransId="{D80C4709-51CD-4AE8-887C-22784210E401}" sibTransId="{FE0758E8-4C23-446D-AD1D-7621746CAA9F}"/>
    <dgm:cxn modelId="{DEA60150-2B79-4221-A3F7-DF6209E586AA}" type="presOf" srcId="{FFE27C03-CA82-4F83-B343-A4894FEEFDC2}" destId="{BA2A4CAC-AE1C-41BC-A8D5-5F0D2B4F25F3}" srcOrd="0" destOrd="0" presId="urn:microsoft.com/office/officeart/2008/layout/VerticalAccentList"/>
    <dgm:cxn modelId="{88B73F95-4E10-47EB-A3BC-D27BAB601E4D}" type="presOf" srcId="{0D62E6FC-BF13-48CC-BC5A-35132229F0B4}" destId="{58085A08-5E87-4AF8-B37F-48E5DA1E4C5A}" srcOrd="0" destOrd="0" presId="urn:microsoft.com/office/officeart/2008/layout/VerticalAccentList"/>
    <dgm:cxn modelId="{A4115B9A-77EE-4189-8E9F-FB87300D01C1}" type="presOf" srcId="{496BCFC8-8E6F-4534-BFD9-D4D1A4BF728C}" destId="{F36859A4-F2AA-4A87-A5A4-F5BADDA8A0D5}" srcOrd="0" destOrd="0" presId="urn:microsoft.com/office/officeart/2008/layout/VerticalAccentList"/>
    <dgm:cxn modelId="{D694CBB4-A671-462C-951C-56B33D58C6B4}" type="presOf" srcId="{E5E59B66-6808-4A8D-A19E-35CC74D53732}" destId="{D943892C-7024-45D3-9792-E58E4874774D}" srcOrd="0" destOrd="0" presId="urn:microsoft.com/office/officeart/2008/layout/VerticalAccentList"/>
    <dgm:cxn modelId="{58FD24BA-E69D-4AB2-B19F-18B4A8F4380C}" srcId="{7A21F749-324C-414A-B85C-0AA0C6A47F90}" destId="{496BCFC8-8E6F-4534-BFD9-D4D1A4BF728C}" srcOrd="1" destOrd="0" parTransId="{3382ADFC-38A6-46AC-B143-82249A63DF87}" sibTransId="{C2F5BF9B-0B51-47FB-9A0C-9EC365FE6F2F}"/>
    <dgm:cxn modelId="{23DD24DA-DFD5-4547-B3C4-E6D7C161AB99}" srcId="{E5E59B66-6808-4A8D-A19E-35CC74D53732}" destId="{6BB5DF22-DD76-49E2-AB6F-29B190B9AF11}" srcOrd="0" destOrd="0" parTransId="{B457F8B6-93C6-47EE-B071-087B73722F15}" sibTransId="{36CA8A9A-EAF5-45F0-BCC1-FB339EDA18F1}"/>
    <dgm:cxn modelId="{D6EBB6F8-CA97-4584-87BD-7E103EFEB9A6}" type="presOf" srcId="{8FFCECCE-47BB-482C-9C38-11018D98DBB4}" destId="{114A8D1E-E8A2-44C6-BAE8-D79309EB13F0}" srcOrd="0" destOrd="0" presId="urn:microsoft.com/office/officeart/2008/layout/VerticalAccentList"/>
    <dgm:cxn modelId="{DF4E6A71-5732-48F6-8049-DC535E04078D}" type="presParOf" srcId="{852708C9-885A-4EDD-AD73-B1F5FDF1E449}" destId="{1479549A-4D57-412F-BCE1-E84C8C32A79A}" srcOrd="0" destOrd="0" presId="urn:microsoft.com/office/officeart/2008/layout/VerticalAccentList"/>
    <dgm:cxn modelId="{B91E1368-2E5D-4E8C-9DEC-3C184BECBCC7}" type="presParOf" srcId="{1479549A-4D57-412F-BCE1-E84C8C32A79A}" destId="{114A8D1E-E8A2-44C6-BAE8-D79309EB13F0}" srcOrd="0" destOrd="0" presId="urn:microsoft.com/office/officeart/2008/layout/VerticalAccentList"/>
    <dgm:cxn modelId="{4035D5FB-7F52-4163-9A3A-4B04834DA74F}" type="presParOf" srcId="{852708C9-885A-4EDD-AD73-B1F5FDF1E449}" destId="{CD327382-E304-4CA3-A971-DFDD8A9814B8}" srcOrd="1" destOrd="0" presId="urn:microsoft.com/office/officeart/2008/layout/VerticalAccentList"/>
    <dgm:cxn modelId="{83731D2C-9E72-4523-81A0-AB3C5779570D}" type="presParOf" srcId="{CD327382-E304-4CA3-A971-DFDD8A9814B8}" destId="{872010B7-E5DA-4602-A104-33A40BB2023E}" srcOrd="0" destOrd="0" presId="urn:microsoft.com/office/officeart/2008/layout/VerticalAccentList"/>
    <dgm:cxn modelId="{7E1A5F89-6D1C-4888-AAC8-ACC04F0272AC}" type="presParOf" srcId="{CD327382-E304-4CA3-A971-DFDD8A9814B8}" destId="{77515EF5-24CA-451E-8C5B-8D829DF3655C}" srcOrd="1" destOrd="0" presId="urn:microsoft.com/office/officeart/2008/layout/VerticalAccentList"/>
    <dgm:cxn modelId="{9AF9AC0F-F2A8-4DDC-B8AB-D0D7CA1613F3}" type="presParOf" srcId="{CD327382-E304-4CA3-A971-DFDD8A9814B8}" destId="{5BAE4358-F32F-4BAD-BBC9-2557C8228CAA}" srcOrd="2" destOrd="0" presId="urn:microsoft.com/office/officeart/2008/layout/VerticalAccentList"/>
    <dgm:cxn modelId="{F908C625-47B1-4004-B881-E2ED320D6F3A}" type="presParOf" srcId="{CD327382-E304-4CA3-A971-DFDD8A9814B8}" destId="{D3500642-A71C-462C-B509-5E8382CCF969}" srcOrd="3" destOrd="0" presId="urn:microsoft.com/office/officeart/2008/layout/VerticalAccentList"/>
    <dgm:cxn modelId="{549C13A6-0D11-4A47-840E-63BAFE28FCB2}" type="presParOf" srcId="{CD327382-E304-4CA3-A971-DFDD8A9814B8}" destId="{CC55B229-69C9-4690-93FA-6AEB0C4C0107}" srcOrd="4" destOrd="0" presId="urn:microsoft.com/office/officeart/2008/layout/VerticalAccentList"/>
    <dgm:cxn modelId="{63A29E72-2A8F-4E86-B748-AE23D489E834}" type="presParOf" srcId="{CD327382-E304-4CA3-A971-DFDD8A9814B8}" destId="{510B86E2-71F2-43C0-A33B-96D5C4FFA54E}" srcOrd="5" destOrd="0" presId="urn:microsoft.com/office/officeart/2008/layout/VerticalAccentList"/>
    <dgm:cxn modelId="{8AE299DF-8623-4083-B412-E55495576F99}" type="presParOf" srcId="{CD327382-E304-4CA3-A971-DFDD8A9814B8}" destId="{80FD3545-B532-4A54-A5D4-F90CA713797C}" srcOrd="6" destOrd="0" presId="urn:microsoft.com/office/officeart/2008/layout/VerticalAccentList"/>
    <dgm:cxn modelId="{886D11B9-9C0F-4CDD-A7A4-5471B389EDEC}" type="presParOf" srcId="{CD327382-E304-4CA3-A971-DFDD8A9814B8}" destId="{58085A08-5E87-4AF8-B37F-48E5DA1E4C5A}" srcOrd="7" destOrd="0" presId="urn:microsoft.com/office/officeart/2008/layout/VerticalAccentList"/>
    <dgm:cxn modelId="{12A2A526-279F-4EAD-86DC-849CCC2A37C5}" type="presParOf" srcId="{852708C9-885A-4EDD-AD73-B1F5FDF1E449}" destId="{31C6196E-0D7B-4B45-ADD5-59C8B18A0882}" srcOrd="2" destOrd="0" presId="urn:microsoft.com/office/officeart/2008/layout/VerticalAccentList"/>
    <dgm:cxn modelId="{EDF95E74-0378-4DEB-BAF5-EC9172A5EB9E}" type="presParOf" srcId="{852708C9-885A-4EDD-AD73-B1F5FDF1E449}" destId="{D7CDA4F1-B121-4736-97FD-8FD033AD2CF8}" srcOrd="3" destOrd="0" presId="urn:microsoft.com/office/officeart/2008/layout/VerticalAccentList"/>
    <dgm:cxn modelId="{C31A4812-43C5-46D6-9C02-3757D058DB85}" type="presParOf" srcId="{D7CDA4F1-B121-4736-97FD-8FD033AD2CF8}" destId="{F36859A4-F2AA-4A87-A5A4-F5BADDA8A0D5}" srcOrd="0" destOrd="0" presId="urn:microsoft.com/office/officeart/2008/layout/VerticalAccentList"/>
    <dgm:cxn modelId="{BB876FB1-3841-44AB-AF70-E4188DB8B931}" type="presParOf" srcId="{852708C9-885A-4EDD-AD73-B1F5FDF1E449}" destId="{F86C428D-C909-46DD-9DFC-02578B9AF2B1}" srcOrd="4" destOrd="0" presId="urn:microsoft.com/office/officeart/2008/layout/VerticalAccentList"/>
    <dgm:cxn modelId="{DE7A6398-94FC-43DD-A8D1-98ECEDEC381E}" type="presParOf" srcId="{F86C428D-C909-46DD-9DFC-02578B9AF2B1}" destId="{DE28C391-6C67-4782-A777-E0D766A7AE81}" srcOrd="0" destOrd="0" presId="urn:microsoft.com/office/officeart/2008/layout/VerticalAccentList"/>
    <dgm:cxn modelId="{383C42E9-84D2-4C39-8A58-068912C9F717}" type="presParOf" srcId="{F86C428D-C909-46DD-9DFC-02578B9AF2B1}" destId="{2B0E1BF8-8F64-492F-919C-3EE0A5AEFB6B}" srcOrd="1" destOrd="0" presId="urn:microsoft.com/office/officeart/2008/layout/VerticalAccentList"/>
    <dgm:cxn modelId="{5A9D058C-9C94-4E70-90CF-4E6F1ADAE7C0}" type="presParOf" srcId="{F86C428D-C909-46DD-9DFC-02578B9AF2B1}" destId="{F015A149-E1FE-41A6-9352-E8113EAAF075}" srcOrd="2" destOrd="0" presId="urn:microsoft.com/office/officeart/2008/layout/VerticalAccentList"/>
    <dgm:cxn modelId="{D29126A6-8989-4E60-ACC4-0886106D43C4}" type="presParOf" srcId="{F86C428D-C909-46DD-9DFC-02578B9AF2B1}" destId="{32F251AB-F713-4B57-9C8D-3373CF473F26}" srcOrd="3" destOrd="0" presId="urn:microsoft.com/office/officeart/2008/layout/VerticalAccentList"/>
    <dgm:cxn modelId="{11357898-EAD0-4BF1-A0D8-59B320B7D99D}" type="presParOf" srcId="{F86C428D-C909-46DD-9DFC-02578B9AF2B1}" destId="{97D29541-A08B-4483-9BB7-DE39D3ACF08E}" srcOrd="4" destOrd="0" presId="urn:microsoft.com/office/officeart/2008/layout/VerticalAccentList"/>
    <dgm:cxn modelId="{DD0E3FD7-C2B1-4BEA-844A-3908E8F1F207}" type="presParOf" srcId="{F86C428D-C909-46DD-9DFC-02578B9AF2B1}" destId="{3666F040-53C4-4598-BDCE-EEE6E2AE68A6}" srcOrd="5" destOrd="0" presId="urn:microsoft.com/office/officeart/2008/layout/VerticalAccentList"/>
    <dgm:cxn modelId="{80C2CCD2-0CD0-4097-886E-CA5E1313A1AB}" type="presParOf" srcId="{F86C428D-C909-46DD-9DFC-02578B9AF2B1}" destId="{398BC597-7390-4268-9AE3-226A13B080B7}" srcOrd="6" destOrd="0" presId="urn:microsoft.com/office/officeart/2008/layout/VerticalAccentList"/>
    <dgm:cxn modelId="{B4C59906-525E-4DFF-BA00-9D0E349D1E68}" type="presParOf" srcId="{F86C428D-C909-46DD-9DFC-02578B9AF2B1}" destId="{BA2A4CAC-AE1C-41BC-A8D5-5F0D2B4F25F3}" srcOrd="7" destOrd="0" presId="urn:microsoft.com/office/officeart/2008/layout/VerticalAccentList"/>
    <dgm:cxn modelId="{0EF15E64-3610-4A05-90A8-25DFDE611851}" type="presParOf" srcId="{852708C9-885A-4EDD-AD73-B1F5FDF1E449}" destId="{5FCBD8BF-4A62-468D-B499-968B578FF543}" srcOrd="5" destOrd="0" presId="urn:microsoft.com/office/officeart/2008/layout/VerticalAccentList"/>
    <dgm:cxn modelId="{725E1246-B410-4716-9495-E0FC42811C28}" type="presParOf" srcId="{852708C9-885A-4EDD-AD73-B1F5FDF1E449}" destId="{F374FF06-7AD0-4CC4-8A43-D174B610A41F}" srcOrd="6" destOrd="0" presId="urn:microsoft.com/office/officeart/2008/layout/VerticalAccentList"/>
    <dgm:cxn modelId="{FF26372E-D62E-4C94-97A1-2485D57BC4C1}" type="presParOf" srcId="{F374FF06-7AD0-4CC4-8A43-D174B610A41F}" destId="{D943892C-7024-45D3-9792-E58E4874774D}" srcOrd="0" destOrd="0" presId="urn:microsoft.com/office/officeart/2008/layout/VerticalAccentList"/>
    <dgm:cxn modelId="{A02F6C7D-0EA6-42BF-8F3B-D9139819BB17}" type="presParOf" srcId="{852708C9-885A-4EDD-AD73-B1F5FDF1E449}" destId="{FA2A8668-E80F-4651-8CE4-5FBA57DC48CE}" srcOrd="7" destOrd="0" presId="urn:microsoft.com/office/officeart/2008/layout/VerticalAccentList"/>
    <dgm:cxn modelId="{A6010297-6619-400D-9D84-C73F16C36E82}" type="presParOf" srcId="{FA2A8668-E80F-4651-8CE4-5FBA57DC48CE}" destId="{B5A8A188-0E21-43BF-A42F-10688A799C16}" srcOrd="0" destOrd="0" presId="urn:microsoft.com/office/officeart/2008/layout/VerticalAccentList"/>
    <dgm:cxn modelId="{D238670E-B5AC-4946-93BE-54463C2CC840}" type="presParOf" srcId="{FA2A8668-E80F-4651-8CE4-5FBA57DC48CE}" destId="{3289AAE1-2758-4ADE-B96D-E5658505CE10}" srcOrd="1" destOrd="0" presId="urn:microsoft.com/office/officeart/2008/layout/VerticalAccentList"/>
    <dgm:cxn modelId="{C8CA623D-AD35-4C4A-8AFB-B6CB0FD4D064}" type="presParOf" srcId="{FA2A8668-E80F-4651-8CE4-5FBA57DC48CE}" destId="{BF3E508D-A011-475C-B181-4CBF34B54FFA}" srcOrd="2" destOrd="0" presId="urn:microsoft.com/office/officeart/2008/layout/VerticalAccentList"/>
    <dgm:cxn modelId="{A37CC967-72FA-450C-95C2-1A50A639BB64}" type="presParOf" srcId="{FA2A8668-E80F-4651-8CE4-5FBA57DC48CE}" destId="{C31BD97D-4EE4-4F93-BD73-8D20BDD687FA}" srcOrd="3" destOrd="0" presId="urn:microsoft.com/office/officeart/2008/layout/VerticalAccentList"/>
    <dgm:cxn modelId="{4683EB31-F30C-4DE1-A0A9-9A8018F50879}" type="presParOf" srcId="{FA2A8668-E80F-4651-8CE4-5FBA57DC48CE}" destId="{39DA4042-95A3-4ABA-9447-9AFD391F6AC9}" srcOrd="4" destOrd="0" presId="urn:microsoft.com/office/officeart/2008/layout/VerticalAccentList"/>
    <dgm:cxn modelId="{8A3BDA29-78A1-41F2-8625-AF5BC7F26984}" type="presParOf" srcId="{FA2A8668-E80F-4651-8CE4-5FBA57DC48CE}" destId="{8D84DDF3-0523-4182-9B16-FD670D899221}" srcOrd="5" destOrd="0" presId="urn:microsoft.com/office/officeart/2008/layout/VerticalAccentList"/>
    <dgm:cxn modelId="{A3700680-83CF-4D35-99B4-C733A0371430}" type="presParOf" srcId="{FA2A8668-E80F-4651-8CE4-5FBA57DC48CE}" destId="{97B624AD-0697-4673-B4AF-3BE86E447B47}" srcOrd="6" destOrd="0" presId="urn:microsoft.com/office/officeart/2008/layout/VerticalAccentList"/>
    <dgm:cxn modelId="{FC9B816D-F2CF-46A8-8758-F2D659D9C7B5}" type="presParOf" srcId="{FA2A8668-E80F-4651-8CE4-5FBA57DC48CE}" destId="{EBD81FEE-99BC-4DAC-928C-544F75C0984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21F749-324C-414A-B85C-0AA0C6A47F9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FCECCE-47BB-482C-9C38-11018D98DB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10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51BE5C-C270-4BD8-ACCE-A38C2A7C4FD3}" type="parTrans" cxnId="{6EF03110-AC9E-4895-8721-BCBAAFED4393}">
      <dgm:prSet/>
      <dgm:spPr/>
      <dgm:t>
        <a:bodyPr/>
        <a:lstStyle/>
        <a:p>
          <a:endParaRPr lang="en-IN"/>
        </a:p>
      </dgm:t>
    </dgm:pt>
    <dgm:pt modelId="{0A8E7330-11CA-409A-9956-E1FA5D7757CA}" type="sibTrans" cxnId="{6EF03110-AC9E-4895-8721-BCBAAFED4393}">
      <dgm:prSet/>
      <dgm:spPr/>
      <dgm:t>
        <a:bodyPr/>
        <a:lstStyle/>
        <a:p>
          <a:endParaRPr lang="en-IN"/>
        </a:p>
      </dgm:t>
    </dgm:pt>
    <dgm:pt modelId="{0D62E6FC-BF13-48CC-BC5A-35132229F0B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Faced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21234-ADA3-4A66-BE41-9FF94562AD80}" type="parTrans" cxnId="{F5C6F532-BD8A-4048-A196-2653994FDE6A}">
      <dgm:prSet/>
      <dgm:spPr/>
      <dgm:t>
        <a:bodyPr/>
        <a:lstStyle/>
        <a:p>
          <a:endParaRPr lang="en-IN"/>
        </a:p>
      </dgm:t>
    </dgm:pt>
    <dgm:pt modelId="{452C69A4-A39C-4533-B660-819003D061D5}" type="sibTrans" cxnId="{F5C6F532-BD8A-4048-A196-2653994FDE6A}">
      <dgm:prSet/>
      <dgm:spPr/>
      <dgm:t>
        <a:bodyPr/>
        <a:lstStyle/>
        <a:p>
          <a:endParaRPr lang="en-IN"/>
        </a:p>
      </dgm:t>
    </dgm:pt>
    <dgm:pt modelId="{496BCFC8-8E6F-4534-BFD9-D4D1A4BF728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11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2ADFC-38A6-46AC-B143-82249A63DF87}" type="parTrans" cxnId="{58FD24BA-E69D-4AB2-B19F-18B4A8F4380C}">
      <dgm:prSet/>
      <dgm:spPr/>
      <dgm:t>
        <a:bodyPr/>
        <a:lstStyle/>
        <a:p>
          <a:endParaRPr lang="en-IN"/>
        </a:p>
      </dgm:t>
    </dgm:pt>
    <dgm:pt modelId="{C2F5BF9B-0B51-47FB-9A0C-9EC365FE6F2F}" type="sibTrans" cxnId="{58FD24BA-E69D-4AB2-B19F-18B4A8F4380C}">
      <dgm:prSet/>
      <dgm:spPr/>
      <dgm:t>
        <a:bodyPr/>
        <a:lstStyle/>
        <a:p>
          <a:endParaRPr lang="en-IN"/>
        </a:p>
      </dgm:t>
    </dgm:pt>
    <dgm:pt modelId="{FFE27C03-CA82-4F83-B343-A4894FEEFDC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0C4709-51CD-4AE8-887C-22784210E401}" type="parTrans" cxnId="{BA83A742-3B48-4244-9783-43846344FE69}">
      <dgm:prSet/>
      <dgm:spPr/>
      <dgm:t>
        <a:bodyPr/>
        <a:lstStyle/>
        <a:p>
          <a:endParaRPr lang="en-IN"/>
        </a:p>
      </dgm:t>
    </dgm:pt>
    <dgm:pt modelId="{FE0758E8-4C23-446D-AD1D-7621746CAA9F}" type="sibTrans" cxnId="{BA83A742-3B48-4244-9783-43846344FE69}">
      <dgm:prSet/>
      <dgm:spPr/>
      <dgm:t>
        <a:bodyPr/>
        <a:lstStyle/>
        <a:p>
          <a:endParaRPr lang="en-IN"/>
        </a:p>
      </dgm:t>
    </dgm:pt>
    <dgm:pt modelId="{E5E59B66-6808-4A8D-A19E-35CC74D5373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12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650EE-EB1E-4338-AC00-5D7F1809E377}" type="parTrans" cxnId="{1CC6AA2C-47BB-4F34-90D9-D521600EE64F}">
      <dgm:prSet/>
      <dgm:spPr/>
      <dgm:t>
        <a:bodyPr/>
        <a:lstStyle/>
        <a:p>
          <a:endParaRPr lang="en-IN"/>
        </a:p>
      </dgm:t>
    </dgm:pt>
    <dgm:pt modelId="{DEA942E4-69F0-42F8-B592-1A5610C5E91B}" type="sibTrans" cxnId="{1CC6AA2C-47BB-4F34-90D9-D521600EE64F}">
      <dgm:prSet/>
      <dgm:spPr/>
      <dgm:t>
        <a:bodyPr/>
        <a:lstStyle/>
        <a:p>
          <a:endParaRPr lang="en-IN"/>
        </a:p>
      </dgm:t>
    </dgm:pt>
    <dgm:pt modelId="{6BB5DF22-DD76-49E2-AB6F-29B190B9AF1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Future work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7F8B6-93C6-47EE-B071-087B73722F15}" type="parTrans" cxnId="{23DD24DA-DFD5-4547-B3C4-E6D7C161AB99}">
      <dgm:prSet/>
      <dgm:spPr/>
      <dgm:t>
        <a:bodyPr/>
        <a:lstStyle/>
        <a:p>
          <a:endParaRPr lang="en-IN"/>
        </a:p>
      </dgm:t>
    </dgm:pt>
    <dgm:pt modelId="{36CA8A9A-EAF5-45F0-BCC1-FB339EDA18F1}" type="sibTrans" cxnId="{23DD24DA-DFD5-4547-B3C4-E6D7C161AB99}">
      <dgm:prSet/>
      <dgm:spPr/>
      <dgm:t>
        <a:bodyPr/>
        <a:lstStyle/>
        <a:p>
          <a:endParaRPr lang="en-IN"/>
        </a:p>
      </dgm:t>
    </dgm:pt>
    <dgm:pt modelId="{852708C9-885A-4EDD-AD73-B1F5FDF1E449}" type="pres">
      <dgm:prSet presAssocID="{7A21F749-324C-414A-B85C-0AA0C6A47F90}" presName="Name0" presStyleCnt="0">
        <dgm:presLayoutVars>
          <dgm:chMax/>
          <dgm:chPref/>
          <dgm:dir/>
        </dgm:presLayoutVars>
      </dgm:prSet>
      <dgm:spPr/>
    </dgm:pt>
    <dgm:pt modelId="{1479549A-4D57-412F-BCE1-E84C8C32A79A}" type="pres">
      <dgm:prSet presAssocID="{8FFCECCE-47BB-482C-9C38-11018D98DBB4}" presName="parenttextcomposite" presStyleCnt="0"/>
      <dgm:spPr/>
    </dgm:pt>
    <dgm:pt modelId="{114A8D1E-E8A2-44C6-BAE8-D79309EB13F0}" type="pres">
      <dgm:prSet presAssocID="{8FFCECCE-47BB-482C-9C38-11018D98DBB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D327382-E304-4CA3-A971-DFDD8A9814B8}" type="pres">
      <dgm:prSet presAssocID="{8FFCECCE-47BB-482C-9C38-11018D98DBB4}" presName="composite" presStyleCnt="0"/>
      <dgm:spPr/>
    </dgm:pt>
    <dgm:pt modelId="{872010B7-E5DA-4602-A104-33A40BB2023E}" type="pres">
      <dgm:prSet presAssocID="{8FFCECCE-47BB-482C-9C38-11018D98DBB4}" presName="chevron1" presStyleLbl="alignNode1" presStyleIdx="0" presStyleCnt="21"/>
      <dgm:spPr/>
    </dgm:pt>
    <dgm:pt modelId="{77515EF5-24CA-451E-8C5B-8D829DF3655C}" type="pres">
      <dgm:prSet presAssocID="{8FFCECCE-47BB-482C-9C38-11018D98DBB4}" presName="chevron2" presStyleLbl="alignNode1" presStyleIdx="1" presStyleCnt="21"/>
      <dgm:spPr/>
    </dgm:pt>
    <dgm:pt modelId="{5BAE4358-F32F-4BAD-BBC9-2557C8228CAA}" type="pres">
      <dgm:prSet presAssocID="{8FFCECCE-47BB-482C-9C38-11018D98DBB4}" presName="chevron3" presStyleLbl="alignNode1" presStyleIdx="2" presStyleCnt="21"/>
      <dgm:spPr/>
    </dgm:pt>
    <dgm:pt modelId="{D3500642-A71C-462C-B509-5E8382CCF969}" type="pres">
      <dgm:prSet presAssocID="{8FFCECCE-47BB-482C-9C38-11018D98DBB4}" presName="chevron4" presStyleLbl="alignNode1" presStyleIdx="3" presStyleCnt="21"/>
      <dgm:spPr/>
    </dgm:pt>
    <dgm:pt modelId="{CC55B229-69C9-4690-93FA-6AEB0C4C0107}" type="pres">
      <dgm:prSet presAssocID="{8FFCECCE-47BB-482C-9C38-11018D98DBB4}" presName="chevron5" presStyleLbl="alignNode1" presStyleIdx="4" presStyleCnt="21"/>
      <dgm:spPr/>
    </dgm:pt>
    <dgm:pt modelId="{510B86E2-71F2-43C0-A33B-96D5C4FFA54E}" type="pres">
      <dgm:prSet presAssocID="{8FFCECCE-47BB-482C-9C38-11018D98DBB4}" presName="chevron6" presStyleLbl="alignNode1" presStyleIdx="5" presStyleCnt="21"/>
      <dgm:spPr/>
    </dgm:pt>
    <dgm:pt modelId="{80FD3545-B532-4A54-A5D4-F90CA713797C}" type="pres">
      <dgm:prSet presAssocID="{8FFCECCE-47BB-482C-9C38-11018D98DBB4}" presName="chevron7" presStyleLbl="alignNode1" presStyleIdx="6" presStyleCnt="21"/>
      <dgm:spPr/>
    </dgm:pt>
    <dgm:pt modelId="{58085A08-5E87-4AF8-B37F-48E5DA1E4C5A}" type="pres">
      <dgm:prSet presAssocID="{8FFCECCE-47BB-482C-9C38-11018D98DBB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31C6196E-0D7B-4B45-ADD5-59C8B18A0882}" type="pres">
      <dgm:prSet presAssocID="{0A8E7330-11CA-409A-9956-E1FA5D7757CA}" presName="sibTrans" presStyleCnt="0"/>
      <dgm:spPr/>
    </dgm:pt>
    <dgm:pt modelId="{D7CDA4F1-B121-4736-97FD-8FD033AD2CF8}" type="pres">
      <dgm:prSet presAssocID="{496BCFC8-8E6F-4534-BFD9-D4D1A4BF728C}" presName="parenttextcomposite" presStyleCnt="0"/>
      <dgm:spPr/>
    </dgm:pt>
    <dgm:pt modelId="{F36859A4-F2AA-4A87-A5A4-F5BADDA8A0D5}" type="pres">
      <dgm:prSet presAssocID="{496BCFC8-8E6F-4534-BFD9-D4D1A4BF728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86C428D-C909-46DD-9DFC-02578B9AF2B1}" type="pres">
      <dgm:prSet presAssocID="{496BCFC8-8E6F-4534-BFD9-D4D1A4BF728C}" presName="composite" presStyleCnt="0"/>
      <dgm:spPr/>
    </dgm:pt>
    <dgm:pt modelId="{DE28C391-6C67-4782-A777-E0D766A7AE81}" type="pres">
      <dgm:prSet presAssocID="{496BCFC8-8E6F-4534-BFD9-D4D1A4BF728C}" presName="chevron1" presStyleLbl="alignNode1" presStyleIdx="7" presStyleCnt="21"/>
      <dgm:spPr/>
    </dgm:pt>
    <dgm:pt modelId="{2B0E1BF8-8F64-492F-919C-3EE0A5AEFB6B}" type="pres">
      <dgm:prSet presAssocID="{496BCFC8-8E6F-4534-BFD9-D4D1A4BF728C}" presName="chevron2" presStyleLbl="alignNode1" presStyleIdx="8" presStyleCnt="21"/>
      <dgm:spPr/>
    </dgm:pt>
    <dgm:pt modelId="{F015A149-E1FE-41A6-9352-E8113EAAF075}" type="pres">
      <dgm:prSet presAssocID="{496BCFC8-8E6F-4534-BFD9-D4D1A4BF728C}" presName="chevron3" presStyleLbl="alignNode1" presStyleIdx="9" presStyleCnt="21"/>
      <dgm:spPr/>
    </dgm:pt>
    <dgm:pt modelId="{32F251AB-F713-4B57-9C8D-3373CF473F26}" type="pres">
      <dgm:prSet presAssocID="{496BCFC8-8E6F-4534-BFD9-D4D1A4BF728C}" presName="chevron4" presStyleLbl="alignNode1" presStyleIdx="10" presStyleCnt="21"/>
      <dgm:spPr/>
    </dgm:pt>
    <dgm:pt modelId="{97D29541-A08B-4483-9BB7-DE39D3ACF08E}" type="pres">
      <dgm:prSet presAssocID="{496BCFC8-8E6F-4534-BFD9-D4D1A4BF728C}" presName="chevron5" presStyleLbl="alignNode1" presStyleIdx="11" presStyleCnt="21"/>
      <dgm:spPr/>
    </dgm:pt>
    <dgm:pt modelId="{3666F040-53C4-4598-BDCE-EEE6E2AE68A6}" type="pres">
      <dgm:prSet presAssocID="{496BCFC8-8E6F-4534-BFD9-D4D1A4BF728C}" presName="chevron6" presStyleLbl="alignNode1" presStyleIdx="12" presStyleCnt="21"/>
      <dgm:spPr/>
    </dgm:pt>
    <dgm:pt modelId="{398BC597-7390-4268-9AE3-226A13B080B7}" type="pres">
      <dgm:prSet presAssocID="{496BCFC8-8E6F-4534-BFD9-D4D1A4BF728C}" presName="chevron7" presStyleLbl="alignNode1" presStyleIdx="13" presStyleCnt="21"/>
      <dgm:spPr/>
    </dgm:pt>
    <dgm:pt modelId="{BA2A4CAC-AE1C-41BC-A8D5-5F0D2B4F25F3}" type="pres">
      <dgm:prSet presAssocID="{496BCFC8-8E6F-4534-BFD9-D4D1A4BF728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FCBD8BF-4A62-468D-B499-968B578FF543}" type="pres">
      <dgm:prSet presAssocID="{C2F5BF9B-0B51-47FB-9A0C-9EC365FE6F2F}" presName="sibTrans" presStyleCnt="0"/>
      <dgm:spPr/>
    </dgm:pt>
    <dgm:pt modelId="{F374FF06-7AD0-4CC4-8A43-D174B610A41F}" type="pres">
      <dgm:prSet presAssocID="{E5E59B66-6808-4A8D-A19E-35CC74D53732}" presName="parenttextcomposite" presStyleCnt="0"/>
      <dgm:spPr/>
    </dgm:pt>
    <dgm:pt modelId="{D943892C-7024-45D3-9792-E58E4874774D}" type="pres">
      <dgm:prSet presAssocID="{E5E59B66-6808-4A8D-A19E-35CC74D5373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2A8668-E80F-4651-8CE4-5FBA57DC48CE}" type="pres">
      <dgm:prSet presAssocID="{E5E59B66-6808-4A8D-A19E-35CC74D53732}" presName="composite" presStyleCnt="0"/>
      <dgm:spPr/>
    </dgm:pt>
    <dgm:pt modelId="{B5A8A188-0E21-43BF-A42F-10688A799C16}" type="pres">
      <dgm:prSet presAssocID="{E5E59B66-6808-4A8D-A19E-35CC74D53732}" presName="chevron1" presStyleLbl="alignNode1" presStyleIdx="14" presStyleCnt="21"/>
      <dgm:spPr/>
    </dgm:pt>
    <dgm:pt modelId="{3289AAE1-2758-4ADE-B96D-E5658505CE10}" type="pres">
      <dgm:prSet presAssocID="{E5E59B66-6808-4A8D-A19E-35CC74D53732}" presName="chevron2" presStyleLbl="alignNode1" presStyleIdx="15" presStyleCnt="21"/>
      <dgm:spPr/>
    </dgm:pt>
    <dgm:pt modelId="{BF3E508D-A011-475C-B181-4CBF34B54FFA}" type="pres">
      <dgm:prSet presAssocID="{E5E59B66-6808-4A8D-A19E-35CC74D53732}" presName="chevron3" presStyleLbl="alignNode1" presStyleIdx="16" presStyleCnt="21"/>
      <dgm:spPr/>
    </dgm:pt>
    <dgm:pt modelId="{C31BD97D-4EE4-4F93-BD73-8D20BDD687FA}" type="pres">
      <dgm:prSet presAssocID="{E5E59B66-6808-4A8D-A19E-35CC74D53732}" presName="chevron4" presStyleLbl="alignNode1" presStyleIdx="17" presStyleCnt="21"/>
      <dgm:spPr/>
    </dgm:pt>
    <dgm:pt modelId="{39DA4042-95A3-4ABA-9447-9AFD391F6AC9}" type="pres">
      <dgm:prSet presAssocID="{E5E59B66-6808-4A8D-A19E-35CC74D53732}" presName="chevron5" presStyleLbl="alignNode1" presStyleIdx="18" presStyleCnt="21"/>
      <dgm:spPr/>
    </dgm:pt>
    <dgm:pt modelId="{8D84DDF3-0523-4182-9B16-FD670D899221}" type="pres">
      <dgm:prSet presAssocID="{E5E59B66-6808-4A8D-A19E-35CC74D53732}" presName="chevron6" presStyleLbl="alignNode1" presStyleIdx="19" presStyleCnt="21"/>
      <dgm:spPr/>
    </dgm:pt>
    <dgm:pt modelId="{97B624AD-0697-4673-B4AF-3BE86E447B47}" type="pres">
      <dgm:prSet presAssocID="{E5E59B66-6808-4A8D-A19E-35CC74D53732}" presName="chevron7" presStyleLbl="alignNode1" presStyleIdx="20" presStyleCnt="21"/>
      <dgm:spPr/>
    </dgm:pt>
    <dgm:pt modelId="{EBD81FEE-99BC-4DAC-928C-544F75C0984E}" type="pres">
      <dgm:prSet presAssocID="{E5E59B66-6808-4A8D-A19E-35CC74D5373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82819309-0FDB-4C4A-B870-BC5C7EDB517A}" type="presOf" srcId="{6BB5DF22-DD76-49E2-AB6F-29B190B9AF11}" destId="{EBD81FEE-99BC-4DAC-928C-544F75C0984E}" srcOrd="0" destOrd="0" presId="urn:microsoft.com/office/officeart/2008/layout/VerticalAccentList"/>
    <dgm:cxn modelId="{E2D5600C-F85A-4807-AE7A-AF1D5C71DEC1}" type="presOf" srcId="{7A21F749-324C-414A-B85C-0AA0C6A47F90}" destId="{852708C9-885A-4EDD-AD73-B1F5FDF1E449}" srcOrd="0" destOrd="0" presId="urn:microsoft.com/office/officeart/2008/layout/VerticalAccentList"/>
    <dgm:cxn modelId="{6EF03110-AC9E-4895-8721-BCBAAFED4393}" srcId="{7A21F749-324C-414A-B85C-0AA0C6A47F90}" destId="{8FFCECCE-47BB-482C-9C38-11018D98DBB4}" srcOrd="0" destOrd="0" parTransId="{5851BE5C-C270-4BD8-ACCE-A38C2A7C4FD3}" sibTransId="{0A8E7330-11CA-409A-9956-E1FA5D7757CA}"/>
    <dgm:cxn modelId="{1CC6AA2C-47BB-4F34-90D9-D521600EE64F}" srcId="{7A21F749-324C-414A-B85C-0AA0C6A47F90}" destId="{E5E59B66-6808-4A8D-A19E-35CC74D53732}" srcOrd="2" destOrd="0" parTransId="{A70650EE-EB1E-4338-AC00-5D7F1809E377}" sibTransId="{DEA942E4-69F0-42F8-B592-1A5610C5E91B}"/>
    <dgm:cxn modelId="{F5C6F532-BD8A-4048-A196-2653994FDE6A}" srcId="{8FFCECCE-47BB-482C-9C38-11018D98DBB4}" destId="{0D62E6FC-BF13-48CC-BC5A-35132229F0B4}" srcOrd="0" destOrd="0" parTransId="{D2C21234-ADA3-4A66-BE41-9FF94562AD80}" sibTransId="{452C69A4-A39C-4533-B660-819003D061D5}"/>
    <dgm:cxn modelId="{BA83A742-3B48-4244-9783-43846344FE69}" srcId="{496BCFC8-8E6F-4534-BFD9-D4D1A4BF728C}" destId="{FFE27C03-CA82-4F83-B343-A4894FEEFDC2}" srcOrd="0" destOrd="0" parTransId="{D80C4709-51CD-4AE8-887C-22784210E401}" sibTransId="{FE0758E8-4C23-446D-AD1D-7621746CAA9F}"/>
    <dgm:cxn modelId="{DEA60150-2B79-4221-A3F7-DF6209E586AA}" type="presOf" srcId="{FFE27C03-CA82-4F83-B343-A4894FEEFDC2}" destId="{BA2A4CAC-AE1C-41BC-A8D5-5F0D2B4F25F3}" srcOrd="0" destOrd="0" presId="urn:microsoft.com/office/officeart/2008/layout/VerticalAccentList"/>
    <dgm:cxn modelId="{88B73F95-4E10-47EB-A3BC-D27BAB601E4D}" type="presOf" srcId="{0D62E6FC-BF13-48CC-BC5A-35132229F0B4}" destId="{58085A08-5E87-4AF8-B37F-48E5DA1E4C5A}" srcOrd="0" destOrd="0" presId="urn:microsoft.com/office/officeart/2008/layout/VerticalAccentList"/>
    <dgm:cxn modelId="{A4115B9A-77EE-4189-8E9F-FB87300D01C1}" type="presOf" srcId="{496BCFC8-8E6F-4534-BFD9-D4D1A4BF728C}" destId="{F36859A4-F2AA-4A87-A5A4-F5BADDA8A0D5}" srcOrd="0" destOrd="0" presId="urn:microsoft.com/office/officeart/2008/layout/VerticalAccentList"/>
    <dgm:cxn modelId="{D694CBB4-A671-462C-951C-56B33D58C6B4}" type="presOf" srcId="{E5E59B66-6808-4A8D-A19E-35CC74D53732}" destId="{D943892C-7024-45D3-9792-E58E4874774D}" srcOrd="0" destOrd="0" presId="urn:microsoft.com/office/officeart/2008/layout/VerticalAccentList"/>
    <dgm:cxn modelId="{58FD24BA-E69D-4AB2-B19F-18B4A8F4380C}" srcId="{7A21F749-324C-414A-B85C-0AA0C6A47F90}" destId="{496BCFC8-8E6F-4534-BFD9-D4D1A4BF728C}" srcOrd="1" destOrd="0" parTransId="{3382ADFC-38A6-46AC-B143-82249A63DF87}" sibTransId="{C2F5BF9B-0B51-47FB-9A0C-9EC365FE6F2F}"/>
    <dgm:cxn modelId="{23DD24DA-DFD5-4547-B3C4-E6D7C161AB99}" srcId="{E5E59B66-6808-4A8D-A19E-35CC74D53732}" destId="{6BB5DF22-DD76-49E2-AB6F-29B190B9AF11}" srcOrd="0" destOrd="0" parTransId="{B457F8B6-93C6-47EE-B071-087B73722F15}" sibTransId="{36CA8A9A-EAF5-45F0-BCC1-FB339EDA18F1}"/>
    <dgm:cxn modelId="{D6EBB6F8-CA97-4584-87BD-7E103EFEB9A6}" type="presOf" srcId="{8FFCECCE-47BB-482C-9C38-11018D98DBB4}" destId="{114A8D1E-E8A2-44C6-BAE8-D79309EB13F0}" srcOrd="0" destOrd="0" presId="urn:microsoft.com/office/officeart/2008/layout/VerticalAccentList"/>
    <dgm:cxn modelId="{DF4E6A71-5732-48F6-8049-DC535E04078D}" type="presParOf" srcId="{852708C9-885A-4EDD-AD73-B1F5FDF1E449}" destId="{1479549A-4D57-412F-BCE1-E84C8C32A79A}" srcOrd="0" destOrd="0" presId="urn:microsoft.com/office/officeart/2008/layout/VerticalAccentList"/>
    <dgm:cxn modelId="{B91E1368-2E5D-4E8C-9DEC-3C184BECBCC7}" type="presParOf" srcId="{1479549A-4D57-412F-BCE1-E84C8C32A79A}" destId="{114A8D1E-E8A2-44C6-BAE8-D79309EB13F0}" srcOrd="0" destOrd="0" presId="urn:microsoft.com/office/officeart/2008/layout/VerticalAccentList"/>
    <dgm:cxn modelId="{4035D5FB-7F52-4163-9A3A-4B04834DA74F}" type="presParOf" srcId="{852708C9-885A-4EDD-AD73-B1F5FDF1E449}" destId="{CD327382-E304-4CA3-A971-DFDD8A9814B8}" srcOrd="1" destOrd="0" presId="urn:microsoft.com/office/officeart/2008/layout/VerticalAccentList"/>
    <dgm:cxn modelId="{83731D2C-9E72-4523-81A0-AB3C5779570D}" type="presParOf" srcId="{CD327382-E304-4CA3-A971-DFDD8A9814B8}" destId="{872010B7-E5DA-4602-A104-33A40BB2023E}" srcOrd="0" destOrd="0" presId="urn:microsoft.com/office/officeart/2008/layout/VerticalAccentList"/>
    <dgm:cxn modelId="{7E1A5F89-6D1C-4888-AAC8-ACC04F0272AC}" type="presParOf" srcId="{CD327382-E304-4CA3-A971-DFDD8A9814B8}" destId="{77515EF5-24CA-451E-8C5B-8D829DF3655C}" srcOrd="1" destOrd="0" presId="urn:microsoft.com/office/officeart/2008/layout/VerticalAccentList"/>
    <dgm:cxn modelId="{9AF9AC0F-F2A8-4DDC-B8AB-D0D7CA1613F3}" type="presParOf" srcId="{CD327382-E304-4CA3-A971-DFDD8A9814B8}" destId="{5BAE4358-F32F-4BAD-BBC9-2557C8228CAA}" srcOrd="2" destOrd="0" presId="urn:microsoft.com/office/officeart/2008/layout/VerticalAccentList"/>
    <dgm:cxn modelId="{F908C625-47B1-4004-B881-E2ED320D6F3A}" type="presParOf" srcId="{CD327382-E304-4CA3-A971-DFDD8A9814B8}" destId="{D3500642-A71C-462C-B509-5E8382CCF969}" srcOrd="3" destOrd="0" presId="urn:microsoft.com/office/officeart/2008/layout/VerticalAccentList"/>
    <dgm:cxn modelId="{549C13A6-0D11-4A47-840E-63BAFE28FCB2}" type="presParOf" srcId="{CD327382-E304-4CA3-A971-DFDD8A9814B8}" destId="{CC55B229-69C9-4690-93FA-6AEB0C4C0107}" srcOrd="4" destOrd="0" presId="urn:microsoft.com/office/officeart/2008/layout/VerticalAccentList"/>
    <dgm:cxn modelId="{63A29E72-2A8F-4E86-B748-AE23D489E834}" type="presParOf" srcId="{CD327382-E304-4CA3-A971-DFDD8A9814B8}" destId="{510B86E2-71F2-43C0-A33B-96D5C4FFA54E}" srcOrd="5" destOrd="0" presId="urn:microsoft.com/office/officeart/2008/layout/VerticalAccentList"/>
    <dgm:cxn modelId="{8AE299DF-8623-4083-B412-E55495576F99}" type="presParOf" srcId="{CD327382-E304-4CA3-A971-DFDD8A9814B8}" destId="{80FD3545-B532-4A54-A5D4-F90CA713797C}" srcOrd="6" destOrd="0" presId="urn:microsoft.com/office/officeart/2008/layout/VerticalAccentList"/>
    <dgm:cxn modelId="{886D11B9-9C0F-4CDD-A7A4-5471B389EDEC}" type="presParOf" srcId="{CD327382-E304-4CA3-A971-DFDD8A9814B8}" destId="{58085A08-5E87-4AF8-B37F-48E5DA1E4C5A}" srcOrd="7" destOrd="0" presId="urn:microsoft.com/office/officeart/2008/layout/VerticalAccentList"/>
    <dgm:cxn modelId="{12A2A526-279F-4EAD-86DC-849CCC2A37C5}" type="presParOf" srcId="{852708C9-885A-4EDD-AD73-B1F5FDF1E449}" destId="{31C6196E-0D7B-4B45-ADD5-59C8B18A0882}" srcOrd="2" destOrd="0" presId="urn:microsoft.com/office/officeart/2008/layout/VerticalAccentList"/>
    <dgm:cxn modelId="{EDF95E74-0378-4DEB-BAF5-EC9172A5EB9E}" type="presParOf" srcId="{852708C9-885A-4EDD-AD73-B1F5FDF1E449}" destId="{D7CDA4F1-B121-4736-97FD-8FD033AD2CF8}" srcOrd="3" destOrd="0" presId="urn:microsoft.com/office/officeart/2008/layout/VerticalAccentList"/>
    <dgm:cxn modelId="{C31A4812-43C5-46D6-9C02-3757D058DB85}" type="presParOf" srcId="{D7CDA4F1-B121-4736-97FD-8FD033AD2CF8}" destId="{F36859A4-F2AA-4A87-A5A4-F5BADDA8A0D5}" srcOrd="0" destOrd="0" presId="urn:microsoft.com/office/officeart/2008/layout/VerticalAccentList"/>
    <dgm:cxn modelId="{BB876FB1-3841-44AB-AF70-E4188DB8B931}" type="presParOf" srcId="{852708C9-885A-4EDD-AD73-B1F5FDF1E449}" destId="{F86C428D-C909-46DD-9DFC-02578B9AF2B1}" srcOrd="4" destOrd="0" presId="urn:microsoft.com/office/officeart/2008/layout/VerticalAccentList"/>
    <dgm:cxn modelId="{DE7A6398-94FC-43DD-A8D1-98ECEDEC381E}" type="presParOf" srcId="{F86C428D-C909-46DD-9DFC-02578B9AF2B1}" destId="{DE28C391-6C67-4782-A777-E0D766A7AE81}" srcOrd="0" destOrd="0" presId="urn:microsoft.com/office/officeart/2008/layout/VerticalAccentList"/>
    <dgm:cxn modelId="{383C42E9-84D2-4C39-8A58-068912C9F717}" type="presParOf" srcId="{F86C428D-C909-46DD-9DFC-02578B9AF2B1}" destId="{2B0E1BF8-8F64-492F-919C-3EE0A5AEFB6B}" srcOrd="1" destOrd="0" presId="urn:microsoft.com/office/officeart/2008/layout/VerticalAccentList"/>
    <dgm:cxn modelId="{5A9D058C-9C94-4E70-90CF-4E6F1ADAE7C0}" type="presParOf" srcId="{F86C428D-C909-46DD-9DFC-02578B9AF2B1}" destId="{F015A149-E1FE-41A6-9352-E8113EAAF075}" srcOrd="2" destOrd="0" presId="urn:microsoft.com/office/officeart/2008/layout/VerticalAccentList"/>
    <dgm:cxn modelId="{D29126A6-8989-4E60-ACC4-0886106D43C4}" type="presParOf" srcId="{F86C428D-C909-46DD-9DFC-02578B9AF2B1}" destId="{32F251AB-F713-4B57-9C8D-3373CF473F26}" srcOrd="3" destOrd="0" presId="urn:microsoft.com/office/officeart/2008/layout/VerticalAccentList"/>
    <dgm:cxn modelId="{11357898-EAD0-4BF1-A0D8-59B320B7D99D}" type="presParOf" srcId="{F86C428D-C909-46DD-9DFC-02578B9AF2B1}" destId="{97D29541-A08B-4483-9BB7-DE39D3ACF08E}" srcOrd="4" destOrd="0" presId="urn:microsoft.com/office/officeart/2008/layout/VerticalAccentList"/>
    <dgm:cxn modelId="{DD0E3FD7-C2B1-4BEA-844A-3908E8F1F207}" type="presParOf" srcId="{F86C428D-C909-46DD-9DFC-02578B9AF2B1}" destId="{3666F040-53C4-4598-BDCE-EEE6E2AE68A6}" srcOrd="5" destOrd="0" presId="urn:microsoft.com/office/officeart/2008/layout/VerticalAccentList"/>
    <dgm:cxn modelId="{80C2CCD2-0CD0-4097-886E-CA5E1313A1AB}" type="presParOf" srcId="{F86C428D-C909-46DD-9DFC-02578B9AF2B1}" destId="{398BC597-7390-4268-9AE3-226A13B080B7}" srcOrd="6" destOrd="0" presId="urn:microsoft.com/office/officeart/2008/layout/VerticalAccentList"/>
    <dgm:cxn modelId="{B4C59906-525E-4DFF-BA00-9D0E349D1E68}" type="presParOf" srcId="{F86C428D-C909-46DD-9DFC-02578B9AF2B1}" destId="{BA2A4CAC-AE1C-41BC-A8D5-5F0D2B4F25F3}" srcOrd="7" destOrd="0" presId="urn:microsoft.com/office/officeart/2008/layout/VerticalAccentList"/>
    <dgm:cxn modelId="{0EF15E64-3610-4A05-90A8-25DFDE611851}" type="presParOf" srcId="{852708C9-885A-4EDD-AD73-B1F5FDF1E449}" destId="{5FCBD8BF-4A62-468D-B499-968B578FF543}" srcOrd="5" destOrd="0" presId="urn:microsoft.com/office/officeart/2008/layout/VerticalAccentList"/>
    <dgm:cxn modelId="{725E1246-B410-4716-9495-E0FC42811C28}" type="presParOf" srcId="{852708C9-885A-4EDD-AD73-B1F5FDF1E449}" destId="{F374FF06-7AD0-4CC4-8A43-D174B610A41F}" srcOrd="6" destOrd="0" presId="urn:microsoft.com/office/officeart/2008/layout/VerticalAccentList"/>
    <dgm:cxn modelId="{FF26372E-D62E-4C94-97A1-2485D57BC4C1}" type="presParOf" srcId="{F374FF06-7AD0-4CC4-8A43-D174B610A41F}" destId="{D943892C-7024-45D3-9792-E58E4874774D}" srcOrd="0" destOrd="0" presId="urn:microsoft.com/office/officeart/2008/layout/VerticalAccentList"/>
    <dgm:cxn modelId="{A02F6C7D-0EA6-42BF-8F3B-D9139819BB17}" type="presParOf" srcId="{852708C9-885A-4EDD-AD73-B1F5FDF1E449}" destId="{FA2A8668-E80F-4651-8CE4-5FBA57DC48CE}" srcOrd="7" destOrd="0" presId="urn:microsoft.com/office/officeart/2008/layout/VerticalAccentList"/>
    <dgm:cxn modelId="{A6010297-6619-400D-9D84-C73F16C36E82}" type="presParOf" srcId="{FA2A8668-E80F-4651-8CE4-5FBA57DC48CE}" destId="{B5A8A188-0E21-43BF-A42F-10688A799C16}" srcOrd="0" destOrd="0" presId="urn:microsoft.com/office/officeart/2008/layout/VerticalAccentList"/>
    <dgm:cxn modelId="{D238670E-B5AC-4946-93BE-54463C2CC840}" type="presParOf" srcId="{FA2A8668-E80F-4651-8CE4-5FBA57DC48CE}" destId="{3289AAE1-2758-4ADE-B96D-E5658505CE10}" srcOrd="1" destOrd="0" presId="urn:microsoft.com/office/officeart/2008/layout/VerticalAccentList"/>
    <dgm:cxn modelId="{C8CA623D-AD35-4C4A-8AFB-B6CB0FD4D064}" type="presParOf" srcId="{FA2A8668-E80F-4651-8CE4-5FBA57DC48CE}" destId="{BF3E508D-A011-475C-B181-4CBF34B54FFA}" srcOrd="2" destOrd="0" presId="urn:microsoft.com/office/officeart/2008/layout/VerticalAccentList"/>
    <dgm:cxn modelId="{A37CC967-72FA-450C-95C2-1A50A639BB64}" type="presParOf" srcId="{FA2A8668-E80F-4651-8CE4-5FBA57DC48CE}" destId="{C31BD97D-4EE4-4F93-BD73-8D20BDD687FA}" srcOrd="3" destOrd="0" presId="urn:microsoft.com/office/officeart/2008/layout/VerticalAccentList"/>
    <dgm:cxn modelId="{4683EB31-F30C-4DE1-A0A9-9A8018F50879}" type="presParOf" srcId="{FA2A8668-E80F-4651-8CE4-5FBA57DC48CE}" destId="{39DA4042-95A3-4ABA-9447-9AFD391F6AC9}" srcOrd="4" destOrd="0" presId="urn:microsoft.com/office/officeart/2008/layout/VerticalAccentList"/>
    <dgm:cxn modelId="{8A3BDA29-78A1-41F2-8625-AF5BC7F26984}" type="presParOf" srcId="{FA2A8668-E80F-4651-8CE4-5FBA57DC48CE}" destId="{8D84DDF3-0523-4182-9B16-FD670D899221}" srcOrd="5" destOrd="0" presId="urn:microsoft.com/office/officeart/2008/layout/VerticalAccentList"/>
    <dgm:cxn modelId="{A3700680-83CF-4D35-99B4-C733A0371430}" type="presParOf" srcId="{FA2A8668-E80F-4651-8CE4-5FBA57DC48CE}" destId="{97B624AD-0697-4673-B4AF-3BE86E447B47}" srcOrd="6" destOrd="0" presId="urn:microsoft.com/office/officeart/2008/layout/VerticalAccentList"/>
    <dgm:cxn modelId="{FC9B816D-F2CF-46A8-8758-F2D659D9C7B5}" type="presParOf" srcId="{FA2A8668-E80F-4651-8CE4-5FBA57DC48CE}" destId="{EBD81FEE-99BC-4DAC-928C-544F75C0984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21F749-324C-414A-B85C-0AA0C6A47F9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FCECCE-47BB-482C-9C38-11018D98DB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13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51BE5C-C270-4BD8-ACCE-A38C2A7C4FD3}" type="parTrans" cxnId="{6EF03110-AC9E-4895-8721-BCBAAFED4393}">
      <dgm:prSet/>
      <dgm:spPr/>
      <dgm:t>
        <a:bodyPr/>
        <a:lstStyle/>
        <a:p>
          <a:endParaRPr lang="en-IN"/>
        </a:p>
      </dgm:t>
    </dgm:pt>
    <dgm:pt modelId="{0A8E7330-11CA-409A-9956-E1FA5D7757CA}" type="sibTrans" cxnId="{6EF03110-AC9E-4895-8721-BCBAAFED4393}">
      <dgm:prSet/>
      <dgm:spPr/>
      <dgm:t>
        <a:bodyPr/>
        <a:lstStyle/>
        <a:p>
          <a:endParaRPr lang="en-IN"/>
        </a:p>
      </dgm:t>
    </dgm:pt>
    <dgm:pt modelId="{0D62E6FC-BF13-48CC-BC5A-35132229F0B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C21234-ADA3-4A66-BE41-9FF94562AD80}" type="parTrans" cxnId="{F5C6F532-BD8A-4048-A196-2653994FDE6A}">
      <dgm:prSet/>
      <dgm:spPr/>
      <dgm:t>
        <a:bodyPr/>
        <a:lstStyle/>
        <a:p>
          <a:endParaRPr lang="en-IN"/>
        </a:p>
      </dgm:t>
    </dgm:pt>
    <dgm:pt modelId="{452C69A4-A39C-4533-B660-819003D061D5}" type="sibTrans" cxnId="{F5C6F532-BD8A-4048-A196-2653994FDE6A}">
      <dgm:prSet/>
      <dgm:spPr/>
      <dgm:t>
        <a:bodyPr/>
        <a:lstStyle/>
        <a:p>
          <a:endParaRPr lang="en-IN"/>
        </a:p>
      </dgm:t>
    </dgm:pt>
    <dgm:pt modelId="{496BCFC8-8E6F-4534-BFD9-D4D1A4BF728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14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2ADFC-38A6-46AC-B143-82249A63DF87}" type="parTrans" cxnId="{58FD24BA-E69D-4AB2-B19F-18B4A8F4380C}">
      <dgm:prSet/>
      <dgm:spPr/>
      <dgm:t>
        <a:bodyPr/>
        <a:lstStyle/>
        <a:p>
          <a:endParaRPr lang="en-IN"/>
        </a:p>
      </dgm:t>
    </dgm:pt>
    <dgm:pt modelId="{C2F5BF9B-0B51-47FB-9A0C-9EC365FE6F2F}" type="sibTrans" cxnId="{58FD24BA-E69D-4AB2-B19F-18B4A8F4380C}">
      <dgm:prSet/>
      <dgm:spPr/>
      <dgm:t>
        <a:bodyPr/>
        <a:lstStyle/>
        <a:p>
          <a:endParaRPr lang="en-IN"/>
        </a:p>
      </dgm:t>
    </dgm:pt>
    <dgm:pt modelId="{FFE27C03-CA82-4F83-B343-A4894FEEFDC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Published Papers/ Patents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0C4709-51CD-4AE8-887C-22784210E401}" type="parTrans" cxnId="{BA83A742-3B48-4244-9783-43846344FE69}">
      <dgm:prSet/>
      <dgm:spPr/>
      <dgm:t>
        <a:bodyPr/>
        <a:lstStyle/>
        <a:p>
          <a:endParaRPr lang="en-IN"/>
        </a:p>
      </dgm:t>
    </dgm:pt>
    <dgm:pt modelId="{FE0758E8-4C23-446D-AD1D-7621746CAA9F}" type="sibTrans" cxnId="{BA83A742-3B48-4244-9783-43846344FE69}">
      <dgm:prSet/>
      <dgm:spPr/>
      <dgm:t>
        <a:bodyPr/>
        <a:lstStyle/>
        <a:p>
          <a:endParaRPr lang="en-IN"/>
        </a:p>
      </dgm:t>
    </dgm:pt>
    <dgm:pt modelId="{6BB5DF22-DD76-49E2-AB6F-29B190B9AF1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Annexure if any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57F8B6-93C6-47EE-B071-087B73722F15}" type="parTrans" cxnId="{23DD24DA-DFD5-4547-B3C4-E6D7C161AB99}">
      <dgm:prSet/>
      <dgm:spPr/>
      <dgm:t>
        <a:bodyPr/>
        <a:lstStyle/>
        <a:p>
          <a:endParaRPr lang="en-IN"/>
        </a:p>
      </dgm:t>
    </dgm:pt>
    <dgm:pt modelId="{36CA8A9A-EAF5-45F0-BCC1-FB339EDA18F1}" type="sibTrans" cxnId="{23DD24DA-DFD5-4547-B3C4-E6D7C161AB99}">
      <dgm:prSet/>
      <dgm:spPr/>
      <dgm:t>
        <a:bodyPr/>
        <a:lstStyle/>
        <a:p>
          <a:endParaRPr lang="en-IN"/>
        </a:p>
      </dgm:t>
    </dgm:pt>
    <dgm:pt modelId="{E5E59B66-6808-4A8D-A19E-35CC74D53732}">
      <dgm:prSet phldrT="[Text]"/>
      <dgm:spPr/>
      <dgm:t>
        <a:bodyPr/>
        <a:lstStyle/>
        <a:p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A942E4-69F0-42F8-B592-1A5610C5E91B}" type="sibTrans" cxnId="{1CC6AA2C-47BB-4F34-90D9-D521600EE64F}">
      <dgm:prSet/>
      <dgm:spPr/>
      <dgm:t>
        <a:bodyPr/>
        <a:lstStyle/>
        <a:p>
          <a:endParaRPr lang="en-IN"/>
        </a:p>
      </dgm:t>
    </dgm:pt>
    <dgm:pt modelId="{A70650EE-EB1E-4338-AC00-5D7F1809E377}" type="parTrans" cxnId="{1CC6AA2C-47BB-4F34-90D9-D521600EE64F}">
      <dgm:prSet/>
      <dgm:spPr/>
      <dgm:t>
        <a:bodyPr/>
        <a:lstStyle/>
        <a:p>
          <a:endParaRPr lang="en-IN"/>
        </a:p>
      </dgm:t>
    </dgm:pt>
    <dgm:pt modelId="{852708C9-885A-4EDD-AD73-B1F5FDF1E449}" type="pres">
      <dgm:prSet presAssocID="{7A21F749-324C-414A-B85C-0AA0C6A47F90}" presName="Name0" presStyleCnt="0">
        <dgm:presLayoutVars>
          <dgm:chMax/>
          <dgm:chPref/>
          <dgm:dir/>
        </dgm:presLayoutVars>
      </dgm:prSet>
      <dgm:spPr/>
    </dgm:pt>
    <dgm:pt modelId="{1479549A-4D57-412F-BCE1-E84C8C32A79A}" type="pres">
      <dgm:prSet presAssocID="{8FFCECCE-47BB-482C-9C38-11018D98DBB4}" presName="parenttextcomposite" presStyleCnt="0"/>
      <dgm:spPr/>
    </dgm:pt>
    <dgm:pt modelId="{114A8D1E-E8A2-44C6-BAE8-D79309EB13F0}" type="pres">
      <dgm:prSet presAssocID="{8FFCECCE-47BB-482C-9C38-11018D98DBB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CD327382-E304-4CA3-A971-DFDD8A9814B8}" type="pres">
      <dgm:prSet presAssocID="{8FFCECCE-47BB-482C-9C38-11018D98DBB4}" presName="composite" presStyleCnt="0"/>
      <dgm:spPr/>
    </dgm:pt>
    <dgm:pt modelId="{872010B7-E5DA-4602-A104-33A40BB2023E}" type="pres">
      <dgm:prSet presAssocID="{8FFCECCE-47BB-482C-9C38-11018D98DBB4}" presName="chevron1" presStyleLbl="alignNode1" presStyleIdx="0" presStyleCnt="21"/>
      <dgm:spPr/>
    </dgm:pt>
    <dgm:pt modelId="{77515EF5-24CA-451E-8C5B-8D829DF3655C}" type="pres">
      <dgm:prSet presAssocID="{8FFCECCE-47BB-482C-9C38-11018D98DBB4}" presName="chevron2" presStyleLbl="alignNode1" presStyleIdx="1" presStyleCnt="21"/>
      <dgm:spPr/>
    </dgm:pt>
    <dgm:pt modelId="{5BAE4358-F32F-4BAD-BBC9-2557C8228CAA}" type="pres">
      <dgm:prSet presAssocID="{8FFCECCE-47BB-482C-9C38-11018D98DBB4}" presName="chevron3" presStyleLbl="alignNode1" presStyleIdx="2" presStyleCnt="21"/>
      <dgm:spPr/>
    </dgm:pt>
    <dgm:pt modelId="{D3500642-A71C-462C-B509-5E8382CCF969}" type="pres">
      <dgm:prSet presAssocID="{8FFCECCE-47BB-482C-9C38-11018D98DBB4}" presName="chevron4" presStyleLbl="alignNode1" presStyleIdx="3" presStyleCnt="21"/>
      <dgm:spPr/>
    </dgm:pt>
    <dgm:pt modelId="{CC55B229-69C9-4690-93FA-6AEB0C4C0107}" type="pres">
      <dgm:prSet presAssocID="{8FFCECCE-47BB-482C-9C38-11018D98DBB4}" presName="chevron5" presStyleLbl="alignNode1" presStyleIdx="4" presStyleCnt="21"/>
      <dgm:spPr/>
    </dgm:pt>
    <dgm:pt modelId="{510B86E2-71F2-43C0-A33B-96D5C4FFA54E}" type="pres">
      <dgm:prSet presAssocID="{8FFCECCE-47BB-482C-9C38-11018D98DBB4}" presName="chevron6" presStyleLbl="alignNode1" presStyleIdx="5" presStyleCnt="21"/>
      <dgm:spPr/>
    </dgm:pt>
    <dgm:pt modelId="{80FD3545-B532-4A54-A5D4-F90CA713797C}" type="pres">
      <dgm:prSet presAssocID="{8FFCECCE-47BB-482C-9C38-11018D98DBB4}" presName="chevron7" presStyleLbl="alignNode1" presStyleIdx="6" presStyleCnt="21"/>
      <dgm:spPr/>
    </dgm:pt>
    <dgm:pt modelId="{58085A08-5E87-4AF8-B37F-48E5DA1E4C5A}" type="pres">
      <dgm:prSet presAssocID="{8FFCECCE-47BB-482C-9C38-11018D98DBB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31C6196E-0D7B-4B45-ADD5-59C8B18A0882}" type="pres">
      <dgm:prSet presAssocID="{0A8E7330-11CA-409A-9956-E1FA5D7757CA}" presName="sibTrans" presStyleCnt="0"/>
      <dgm:spPr/>
    </dgm:pt>
    <dgm:pt modelId="{D7CDA4F1-B121-4736-97FD-8FD033AD2CF8}" type="pres">
      <dgm:prSet presAssocID="{496BCFC8-8E6F-4534-BFD9-D4D1A4BF728C}" presName="parenttextcomposite" presStyleCnt="0"/>
      <dgm:spPr/>
    </dgm:pt>
    <dgm:pt modelId="{F36859A4-F2AA-4A87-A5A4-F5BADDA8A0D5}" type="pres">
      <dgm:prSet presAssocID="{496BCFC8-8E6F-4534-BFD9-D4D1A4BF728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F86C428D-C909-46DD-9DFC-02578B9AF2B1}" type="pres">
      <dgm:prSet presAssocID="{496BCFC8-8E6F-4534-BFD9-D4D1A4BF728C}" presName="composite" presStyleCnt="0"/>
      <dgm:spPr/>
    </dgm:pt>
    <dgm:pt modelId="{DE28C391-6C67-4782-A777-E0D766A7AE81}" type="pres">
      <dgm:prSet presAssocID="{496BCFC8-8E6F-4534-BFD9-D4D1A4BF728C}" presName="chevron1" presStyleLbl="alignNode1" presStyleIdx="7" presStyleCnt="21"/>
      <dgm:spPr/>
    </dgm:pt>
    <dgm:pt modelId="{2B0E1BF8-8F64-492F-919C-3EE0A5AEFB6B}" type="pres">
      <dgm:prSet presAssocID="{496BCFC8-8E6F-4534-BFD9-D4D1A4BF728C}" presName="chevron2" presStyleLbl="alignNode1" presStyleIdx="8" presStyleCnt="21"/>
      <dgm:spPr/>
    </dgm:pt>
    <dgm:pt modelId="{F015A149-E1FE-41A6-9352-E8113EAAF075}" type="pres">
      <dgm:prSet presAssocID="{496BCFC8-8E6F-4534-BFD9-D4D1A4BF728C}" presName="chevron3" presStyleLbl="alignNode1" presStyleIdx="9" presStyleCnt="21"/>
      <dgm:spPr/>
    </dgm:pt>
    <dgm:pt modelId="{32F251AB-F713-4B57-9C8D-3373CF473F26}" type="pres">
      <dgm:prSet presAssocID="{496BCFC8-8E6F-4534-BFD9-D4D1A4BF728C}" presName="chevron4" presStyleLbl="alignNode1" presStyleIdx="10" presStyleCnt="21"/>
      <dgm:spPr/>
    </dgm:pt>
    <dgm:pt modelId="{97D29541-A08B-4483-9BB7-DE39D3ACF08E}" type="pres">
      <dgm:prSet presAssocID="{496BCFC8-8E6F-4534-BFD9-D4D1A4BF728C}" presName="chevron5" presStyleLbl="alignNode1" presStyleIdx="11" presStyleCnt="21"/>
      <dgm:spPr/>
    </dgm:pt>
    <dgm:pt modelId="{3666F040-53C4-4598-BDCE-EEE6E2AE68A6}" type="pres">
      <dgm:prSet presAssocID="{496BCFC8-8E6F-4534-BFD9-D4D1A4BF728C}" presName="chevron6" presStyleLbl="alignNode1" presStyleIdx="12" presStyleCnt="21"/>
      <dgm:spPr/>
    </dgm:pt>
    <dgm:pt modelId="{398BC597-7390-4268-9AE3-226A13B080B7}" type="pres">
      <dgm:prSet presAssocID="{496BCFC8-8E6F-4534-BFD9-D4D1A4BF728C}" presName="chevron7" presStyleLbl="alignNode1" presStyleIdx="13" presStyleCnt="21"/>
      <dgm:spPr/>
    </dgm:pt>
    <dgm:pt modelId="{BA2A4CAC-AE1C-41BC-A8D5-5F0D2B4F25F3}" type="pres">
      <dgm:prSet presAssocID="{496BCFC8-8E6F-4534-BFD9-D4D1A4BF728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FCBD8BF-4A62-468D-B499-968B578FF543}" type="pres">
      <dgm:prSet presAssocID="{C2F5BF9B-0B51-47FB-9A0C-9EC365FE6F2F}" presName="sibTrans" presStyleCnt="0"/>
      <dgm:spPr/>
    </dgm:pt>
    <dgm:pt modelId="{F374FF06-7AD0-4CC4-8A43-D174B610A41F}" type="pres">
      <dgm:prSet presAssocID="{E5E59B66-6808-4A8D-A19E-35CC74D53732}" presName="parenttextcomposite" presStyleCnt="0"/>
      <dgm:spPr/>
    </dgm:pt>
    <dgm:pt modelId="{D943892C-7024-45D3-9792-E58E4874774D}" type="pres">
      <dgm:prSet presAssocID="{E5E59B66-6808-4A8D-A19E-35CC74D53732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FA2A8668-E80F-4651-8CE4-5FBA57DC48CE}" type="pres">
      <dgm:prSet presAssocID="{E5E59B66-6808-4A8D-A19E-35CC74D53732}" presName="composite" presStyleCnt="0"/>
      <dgm:spPr/>
    </dgm:pt>
    <dgm:pt modelId="{B5A8A188-0E21-43BF-A42F-10688A799C16}" type="pres">
      <dgm:prSet presAssocID="{E5E59B66-6808-4A8D-A19E-35CC74D53732}" presName="chevron1" presStyleLbl="alignNode1" presStyleIdx="14" presStyleCnt="21"/>
      <dgm:spPr/>
    </dgm:pt>
    <dgm:pt modelId="{3289AAE1-2758-4ADE-B96D-E5658505CE10}" type="pres">
      <dgm:prSet presAssocID="{E5E59B66-6808-4A8D-A19E-35CC74D53732}" presName="chevron2" presStyleLbl="alignNode1" presStyleIdx="15" presStyleCnt="21"/>
      <dgm:spPr/>
    </dgm:pt>
    <dgm:pt modelId="{BF3E508D-A011-475C-B181-4CBF34B54FFA}" type="pres">
      <dgm:prSet presAssocID="{E5E59B66-6808-4A8D-A19E-35CC74D53732}" presName="chevron3" presStyleLbl="alignNode1" presStyleIdx="16" presStyleCnt="21"/>
      <dgm:spPr/>
    </dgm:pt>
    <dgm:pt modelId="{C31BD97D-4EE4-4F93-BD73-8D20BDD687FA}" type="pres">
      <dgm:prSet presAssocID="{E5E59B66-6808-4A8D-A19E-35CC74D53732}" presName="chevron4" presStyleLbl="alignNode1" presStyleIdx="17" presStyleCnt="21"/>
      <dgm:spPr/>
    </dgm:pt>
    <dgm:pt modelId="{39DA4042-95A3-4ABA-9447-9AFD391F6AC9}" type="pres">
      <dgm:prSet presAssocID="{E5E59B66-6808-4A8D-A19E-35CC74D53732}" presName="chevron5" presStyleLbl="alignNode1" presStyleIdx="18" presStyleCnt="21"/>
      <dgm:spPr/>
    </dgm:pt>
    <dgm:pt modelId="{8D84DDF3-0523-4182-9B16-FD670D899221}" type="pres">
      <dgm:prSet presAssocID="{E5E59B66-6808-4A8D-A19E-35CC74D53732}" presName="chevron6" presStyleLbl="alignNode1" presStyleIdx="19" presStyleCnt="21"/>
      <dgm:spPr/>
    </dgm:pt>
    <dgm:pt modelId="{97B624AD-0697-4673-B4AF-3BE86E447B47}" type="pres">
      <dgm:prSet presAssocID="{E5E59B66-6808-4A8D-A19E-35CC74D53732}" presName="chevron7" presStyleLbl="alignNode1" presStyleIdx="20" presStyleCnt="21"/>
      <dgm:spPr/>
    </dgm:pt>
    <dgm:pt modelId="{EBD81FEE-99BC-4DAC-928C-544F75C0984E}" type="pres">
      <dgm:prSet presAssocID="{E5E59B66-6808-4A8D-A19E-35CC74D5373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82819309-0FDB-4C4A-B870-BC5C7EDB517A}" type="presOf" srcId="{6BB5DF22-DD76-49E2-AB6F-29B190B9AF11}" destId="{EBD81FEE-99BC-4DAC-928C-544F75C0984E}" srcOrd="0" destOrd="0" presId="urn:microsoft.com/office/officeart/2008/layout/VerticalAccentList"/>
    <dgm:cxn modelId="{E2D5600C-F85A-4807-AE7A-AF1D5C71DEC1}" type="presOf" srcId="{7A21F749-324C-414A-B85C-0AA0C6A47F90}" destId="{852708C9-885A-4EDD-AD73-B1F5FDF1E449}" srcOrd="0" destOrd="0" presId="urn:microsoft.com/office/officeart/2008/layout/VerticalAccentList"/>
    <dgm:cxn modelId="{6EF03110-AC9E-4895-8721-BCBAAFED4393}" srcId="{7A21F749-324C-414A-B85C-0AA0C6A47F90}" destId="{8FFCECCE-47BB-482C-9C38-11018D98DBB4}" srcOrd="0" destOrd="0" parTransId="{5851BE5C-C270-4BD8-ACCE-A38C2A7C4FD3}" sibTransId="{0A8E7330-11CA-409A-9956-E1FA5D7757CA}"/>
    <dgm:cxn modelId="{1CC6AA2C-47BB-4F34-90D9-D521600EE64F}" srcId="{7A21F749-324C-414A-B85C-0AA0C6A47F90}" destId="{E5E59B66-6808-4A8D-A19E-35CC74D53732}" srcOrd="2" destOrd="0" parTransId="{A70650EE-EB1E-4338-AC00-5D7F1809E377}" sibTransId="{DEA942E4-69F0-42F8-B592-1A5610C5E91B}"/>
    <dgm:cxn modelId="{F5C6F532-BD8A-4048-A196-2653994FDE6A}" srcId="{8FFCECCE-47BB-482C-9C38-11018D98DBB4}" destId="{0D62E6FC-BF13-48CC-BC5A-35132229F0B4}" srcOrd="0" destOrd="0" parTransId="{D2C21234-ADA3-4A66-BE41-9FF94562AD80}" sibTransId="{452C69A4-A39C-4533-B660-819003D061D5}"/>
    <dgm:cxn modelId="{BA83A742-3B48-4244-9783-43846344FE69}" srcId="{496BCFC8-8E6F-4534-BFD9-D4D1A4BF728C}" destId="{FFE27C03-CA82-4F83-B343-A4894FEEFDC2}" srcOrd="0" destOrd="0" parTransId="{D80C4709-51CD-4AE8-887C-22784210E401}" sibTransId="{FE0758E8-4C23-446D-AD1D-7621746CAA9F}"/>
    <dgm:cxn modelId="{DEA60150-2B79-4221-A3F7-DF6209E586AA}" type="presOf" srcId="{FFE27C03-CA82-4F83-B343-A4894FEEFDC2}" destId="{BA2A4CAC-AE1C-41BC-A8D5-5F0D2B4F25F3}" srcOrd="0" destOrd="0" presId="urn:microsoft.com/office/officeart/2008/layout/VerticalAccentList"/>
    <dgm:cxn modelId="{88B73F95-4E10-47EB-A3BC-D27BAB601E4D}" type="presOf" srcId="{0D62E6FC-BF13-48CC-BC5A-35132229F0B4}" destId="{58085A08-5E87-4AF8-B37F-48E5DA1E4C5A}" srcOrd="0" destOrd="0" presId="urn:microsoft.com/office/officeart/2008/layout/VerticalAccentList"/>
    <dgm:cxn modelId="{A4115B9A-77EE-4189-8E9F-FB87300D01C1}" type="presOf" srcId="{496BCFC8-8E6F-4534-BFD9-D4D1A4BF728C}" destId="{F36859A4-F2AA-4A87-A5A4-F5BADDA8A0D5}" srcOrd="0" destOrd="0" presId="urn:microsoft.com/office/officeart/2008/layout/VerticalAccentList"/>
    <dgm:cxn modelId="{D694CBB4-A671-462C-951C-56B33D58C6B4}" type="presOf" srcId="{E5E59B66-6808-4A8D-A19E-35CC74D53732}" destId="{D943892C-7024-45D3-9792-E58E4874774D}" srcOrd="0" destOrd="0" presId="urn:microsoft.com/office/officeart/2008/layout/VerticalAccentList"/>
    <dgm:cxn modelId="{58FD24BA-E69D-4AB2-B19F-18B4A8F4380C}" srcId="{7A21F749-324C-414A-B85C-0AA0C6A47F90}" destId="{496BCFC8-8E6F-4534-BFD9-D4D1A4BF728C}" srcOrd="1" destOrd="0" parTransId="{3382ADFC-38A6-46AC-B143-82249A63DF87}" sibTransId="{C2F5BF9B-0B51-47FB-9A0C-9EC365FE6F2F}"/>
    <dgm:cxn modelId="{23DD24DA-DFD5-4547-B3C4-E6D7C161AB99}" srcId="{E5E59B66-6808-4A8D-A19E-35CC74D53732}" destId="{6BB5DF22-DD76-49E2-AB6F-29B190B9AF11}" srcOrd="0" destOrd="0" parTransId="{B457F8B6-93C6-47EE-B071-087B73722F15}" sibTransId="{36CA8A9A-EAF5-45F0-BCC1-FB339EDA18F1}"/>
    <dgm:cxn modelId="{D6EBB6F8-CA97-4584-87BD-7E103EFEB9A6}" type="presOf" srcId="{8FFCECCE-47BB-482C-9C38-11018D98DBB4}" destId="{114A8D1E-E8A2-44C6-BAE8-D79309EB13F0}" srcOrd="0" destOrd="0" presId="urn:microsoft.com/office/officeart/2008/layout/VerticalAccentList"/>
    <dgm:cxn modelId="{DF4E6A71-5732-48F6-8049-DC535E04078D}" type="presParOf" srcId="{852708C9-885A-4EDD-AD73-B1F5FDF1E449}" destId="{1479549A-4D57-412F-BCE1-E84C8C32A79A}" srcOrd="0" destOrd="0" presId="urn:microsoft.com/office/officeart/2008/layout/VerticalAccentList"/>
    <dgm:cxn modelId="{B91E1368-2E5D-4E8C-9DEC-3C184BECBCC7}" type="presParOf" srcId="{1479549A-4D57-412F-BCE1-E84C8C32A79A}" destId="{114A8D1E-E8A2-44C6-BAE8-D79309EB13F0}" srcOrd="0" destOrd="0" presId="urn:microsoft.com/office/officeart/2008/layout/VerticalAccentList"/>
    <dgm:cxn modelId="{4035D5FB-7F52-4163-9A3A-4B04834DA74F}" type="presParOf" srcId="{852708C9-885A-4EDD-AD73-B1F5FDF1E449}" destId="{CD327382-E304-4CA3-A971-DFDD8A9814B8}" srcOrd="1" destOrd="0" presId="urn:microsoft.com/office/officeart/2008/layout/VerticalAccentList"/>
    <dgm:cxn modelId="{83731D2C-9E72-4523-81A0-AB3C5779570D}" type="presParOf" srcId="{CD327382-E304-4CA3-A971-DFDD8A9814B8}" destId="{872010B7-E5DA-4602-A104-33A40BB2023E}" srcOrd="0" destOrd="0" presId="urn:microsoft.com/office/officeart/2008/layout/VerticalAccentList"/>
    <dgm:cxn modelId="{7E1A5F89-6D1C-4888-AAC8-ACC04F0272AC}" type="presParOf" srcId="{CD327382-E304-4CA3-A971-DFDD8A9814B8}" destId="{77515EF5-24CA-451E-8C5B-8D829DF3655C}" srcOrd="1" destOrd="0" presId="urn:microsoft.com/office/officeart/2008/layout/VerticalAccentList"/>
    <dgm:cxn modelId="{9AF9AC0F-F2A8-4DDC-B8AB-D0D7CA1613F3}" type="presParOf" srcId="{CD327382-E304-4CA3-A971-DFDD8A9814B8}" destId="{5BAE4358-F32F-4BAD-BBC9-2557C8228CAA}" srcOrd="2" destOrd="0" presId="urn:microsoft.com/office/officeart/2008/layout/VerticalAccentList"/>
    <dgm:cxn modelId="{F908C625-47B1-4004-B881-E2ED320D6F3A}" type="presParOf" srcId="{CD327382-E304-4CA3-A971-DFDD8A9814B8}" destId="{D3500642-A71C-462C-B509-5E8382CCF969}" srcOrd="3" destOrd="0" presId="urn:microsoft.com/office/officeart/2008/layout/VerticalAccentList"/>
    <dgm:cxn modelId="{549C13A6-0D11-4A47-840E-63BAFE28FCB2}" type="presParOf" srcId="{CD327382-E304-4CA3-A971-DFDD8A9814B8}" destId="{CC55B229-69C9-4690-93FA-6AEB0C4C0107}" srcOrd="4" destOrd="0" presId="urn:microsoft.com/office/officeart/2008/layout/VerticalAccentList"/>
    <dgm:cxn modelId="{63A29E72-2A8F-4E86-B748-AE23D489E834}" type="presParOf" srcId="{CD327382-E304-4CA3-A971-DFDD8A9814B8}" destId="{510B86E2-71F2-43C0-A33B-96D5C4FFA54E}" srcOrd="5" destOrd="0" presId="urn:microsoft.com/office/officeart/2008/layout/VerticalAccentList"/>
    <dgm:cxn modelId="{8AE299DF-8623-4083-B412-E55495576F99}" type="presParOf" srcId="{CD327382-E304-4CA3-A971-DFDD8A9814B8}" destId="{80FD3545-B532-4A54-A5D4-F90CA713797C}" srcOrd="6" destOrd="0" presId="urn:microsoft.com/office/officeart/2008/layout/VerticalAccentList"/>
    <dgm:cxn modelId="{886D11B9-9C0F-4CDD-A7A4-5471B389EDEC}" type="presParOf" srcId="{CD327382-E304-4CA3-A971-DFDD8A9814B8}" destId="{58085A08-5E87-4AF8-B37F-48E5DA1E4C5A}" srcOrd="7" destOrd="0" presId="urn:microsoft.com/office/officeart/2008/layout/VerticalAccentList"/>
    <dgm:cxn modelId="{12A2A526-279F-4EAD-86DC-849CCC2A37C5}" type="presParOf" srcId="{852708C9-885A-4EDD-AD73-B1F5FDF1E449}" destId="{31C6196E-0D7B-4B45-ADD5-59C8B18A0882}" srcOrd="2" destOrd="0" presId="urn:microsoft.com/office/officeart/2008/layout/VerticalAccentList"/>
    <dgm:cxn modelId="{EDF95E74-0378-4DEB-BAF5-EC9172A5EB9E}" type="presParOf" srcId="{852708C9-885A-4EDD-AD73-B1F5FDF1E449}" destId="{D7CDA4F1-B121-4736-97FD-8FD033AD2CF8}" srcOrd="3" destOrd="0" presId="urn:microsoft.com/office/officeart/2008/layout/VerticalAccentList"/>
    <dgm:cxn modelId="{C31A4812-43C5-46D6-9C02-3757D058DB85}" type="presParOf" srcId="{D7CDA4F1-B121-4736-97FD-8FD033AD2CF8}" destId="{F36859A4-F2AA-4A87-A5A4-F5BADDA8A0D5}" srcOrd="0" destOrd="0" presId="urn:microsoft.com/office/officeart/2008/layout/VerticalAccentList"/>
    <dgm:cxn modelId="{BB876FB1-3841-44AB-AF70-E4188DB8B931}" type="presParOf" srcId="{852708C9-885A-4EDD-AD73-B1F5FDF1E449}" destId="{F86C428D-C909-46DD-9DFC-02578B9AF2B1}" srcOrd="4" destOrd="0" presId="urn:microsoft.com/office/officeart/2008/layout/VerticalAccentList"/>
    <dgm:cxn modelId="{DE7A6398-94FC-43DD-A8D1-98ECEDEC381E}" type="presParOf" srcId="{F86C428D-C909-46DD-9DFC-02578B9AF2B1}" destId="{DE28C391-6C67-4782-A777-E0D766A7AE81}" srcOrd="0" destOrd="0" presId="urn:microsoft.com/office/officeart/2008/layout/VerticalAccentList"/>
    <dgm:cxn modelId="{383C42E9-84D2-4C39-8A58-068912C9F717}" type="presParOf" srcId="{F86C428D-C909-46DD-9DFC-02578B9AF2B1}" destId="{2B0E1BF8-8F64-492F-919C-3EE0A5AEFB6B}" srcOrd="1" destOrd="0" presId="urn:microsoft.com/office/officeart/2008/layout/VerticalAccentList"/>
    <dgm:cxn modelId="{5A9D058C-9C94-4E70-90CF-4E6F1ADAE7C0}" type="presParOf" srcId="{F86C428D-C909-46DD-9DFC-02578B9AF2B1}" destId="{F015A149-E1FE-41A6-9352-E8113EAAF075}" srcOrd="2" destOrd="0" presId="urn:microsoft.com/office/officeart/2008/layout/VerticalAccentList"/>
    <dgm:cxn modelId="{D29126A6-8989-4E60-ACC4-0886106D43C4}" type="presParOf" srcId="{F86C428D-C909-46DD-9DFC-02578B9AF2B1}" destId="{32F251AB-F713-4B57-9C8D-3373CF473F26}" srcOrd="3" destOrd="0" presId="urn:microsoft.com/office/officeart/2008/layout/VerticalAccentList"/>
    <dgm:cxn modelId="{11357898-EAD0-4BF1-A0D8-59B320B7D99D}" type="presParOf" srcId="{F86C428D-C909-46DD-9DFC-02578B9AF2B1}" destId="{97D29541-A08B-4483-9BB7-DE39D3ACF08E}" srcOrd="4" destOrd="0" presId="urn:microsoft.com/office/officeart/2008/layout/VerticalAccentList"/>
    <dgm:cxn modelId="{DD0E3FD7-C2B1-4BEA-844A-3908E8F1F207}" type="presParOf" srcId="{F86C428D-C909-46DD-9DFC-02578B9AF2B1}" destId="{3666F040-53C4-4598-BDCE-EEE6E2AE68A6}" srcOrd="5" destOrd="0" presId="urn:microsoft.com/office/officeart/2008/layout/VerticalAccentList"/>
    <dgm:cxn modelId="{80C2CCD2-0CD0-4097-886E-CA5E1313A1AB}" type="presParOf" srcId="{F86C428D-C909-46DD-9DFC-02578B9AF2B1}" destId="{398BC597-7390-4268-9AE3-226A13B080B7}" srcOrd="6" destOrd="0" presId="urn:microsoft.com/office/officeart/2008/layout/VerticalAccentList"/>
    <dgm:cxn modelId="{B4C59906-525E-4DFF-BA00-9D0E349D1E68}" type="presParOf" srcId="{F86C428D-C909-46DD-9DFC-02578B9AF2B1}" destId="{BA2A4CAC-AE1C-41BC-A8D5-5F0D2B4F25F3}" srcOrd="7" destOrd="0" presId="urn:microsoft.com/office/officeart/2008/layout/VerticalAccentList"/>
    <dgm:cxn modelId="{0EF15E64-3610-4A05-90A8-25DFDE611851}" type="presParOf" srcId="{852708C9-885A-4EDD-AD73-B1F5FDF1E449}" destId="{5FCBD8BF-4A62-468D-B499-968B578FF543}" srcOrd="5" destOrd="0" presId="urn:microsoft.com/office/officeart/2008/layout/VerticalAccentList"/>
    <dgm:cxn modelId="{725E1246-B410-4716-9495-E0FC42811C28}" type="presParOf" srcId="{852708C9-885A-4EDD-AD73-B1F5FDF1E449}" destId="{F374FF06-7AD0-4CC4-8A43-D174B610A41F}" srcOrd="6" destOrd="0" presId="urn:microsoft.com/office/officeart/2008/layout/VerticalAccentList"/>
    <dgm:cxn modelId="{FF26372E-D62E-4C94-97A1-2485D57BC4C1}" type="presParOf" srcId="{F374FF06-7AD0-4CC4-8A43-D174B610A41F}" destId="{D943892C-7024-45D3-9792-E58E4874774D}" srcOrd="0" destOrd="0" presId="urn:microsoft.com/office/officeart/2008/layout/VerticalAccentList"/>
    <dgm:cxn modelId="{A02F6C7D-0EA6-42BF-8F3B-D9139819BB17}" type="presParOf" srcId="{852708C9-885A-4EDD-AD73-B1F5FDF1E449}" destId="{FA2A8668-E80F-4651-8CE4-5FBA57DC48CE}" srcOrd="7" destOrd="0" presId="urn:microsoft.com/office/officeart/2008/layout/VerticalAccentList"/>
    <dgm:cxn modelId="{A6010297-6619-400D-9D84-C73F16C36E82}" type="presParOf" srcId="{FA2A8668-E80F-4651-8CE4-5FBA57DC48CE}" destId="{B5A8A188-0E21-43BF-A42F-10688A799C16}" srcOrd="0" destOrd="0" presId="urn:microsoft.com/office/officeart/2008/layout/VerticalAccentList"/>
    <dgm:cxn modelId="{D238670E-B5AC-4946-93BE-54463C2CC840}" type="presParOf" srcId="{FA2A8668-E80F-4651-8CE4-5FBA57DC48CE}" destId="{3289AAE1-2758-4ADE-B96D-E5658505CE10}" srcOrd="1" destOrd="0" presId="urn:microsoft.com/office/officeart/2008/layout/VerticalAccentList"/>
    <dgm:cxn modelId="{C8CA623D-AD35-4C4A-8AFB-B6CB0FD4D064}" type="presParOf" srcId="{FA2A8668-E80F-4651-8CE4-5FBA57DC48CE}" destId="{BF3E508D-A011-475C-B181-4CBF34B54FFA}" srcOrd="2" destOrd="0" presId="urn:microsoft.com/office/officeart/2008/layout/VerticalAccentList"/>
    <dgm:cxn modelId="{A37CC967-72FA-450C-95C2-1A50A639BB64}" type="presParOf" srcId="{FA2A8668-E80F-4651-8CE4-5FBA57DC48CE}" destId="{C31BD97D-4EE4-4F93-BD73-8D20BDD687FA}" srcOrd="3" destOrd="0" presId="urn:microsoft.com/office/officeart/2008/layout/VerticalAccentList"/>
    <dgm:cxn modelId="{4683EB31-F30C-4DE1-A0A9-9A8018F50879}" type="presParOf" srcId="{FA2A8668-E80F-4651-8CE4-5FBA57DC48CE}" destId="{39DA4042-95A3-4ABA-9447-9AFD391F6AC9}" srcOrd="4" destOrd="0" presId="urn:microsoft.com/office/officeart/2008/layout/VerticalAccentList"/>
    <dgm:cxn modelId="{8A3BDA29-78A1-41F2-8625-AF5BC7F26984}" type="presParOf" srcId="{FA2A8668-E80F-4651-8CE4-5FBA57DC48CE}" destId="{8D84DDF3-0523-4182-9B16-FD670D899221}" srcOrd="5" destOrd="0" presId="urn:microsoft.com/office/officeart/2008/layout/VerticalAccentList"/>
    <dgm:cxn modelId="{A3700680-83CF-4D35-99B4-C733A0371430}" type="presParOf" srcId="{FA2A8668-E80F-4651-8CE4-5FBA57DC48CE}" destId="{97B624AD-0697-4673-B4AF-3BE86E447B47}" srcOrd="6" destOrd="0" presId="urn:microsoft.com/office/officeart/2008/layout/VerticalAccentList"/>
    <dgm:cxn modelId="{FC9B816D-F2CF-46A8-8758-F2D659D9C7B5}" type="presParOf" srcId="{FA2A8668-E80F-4651-8CE4-5FBA57DC48CE}" destId="{EBD81FEE-99BC-4DAC-928C-544F75C0984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6BC623-D14F-448A-B3D1-239748040CEC}" type="doc">
      <dgm:prSet loTypeId="urn:microsoft.com/office/officeart/2005/8/layout/matrix2" loCatId="matrix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89D5079D-58C3-4595-AAB8-35C3B480A349}">
      <dgm:prSet custT="1"/>
      <dgm:spPr/>
      <dgm:t>
        <a:bodyPr/>
        <a:lstStyle/>
        <a:p>
          <a:pPr algn="l"/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Collecting real-world drainage datasets. Simulating realistic IoT sensor values.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1503DB-C859-409F-8539-DA83A36F8201}" type="parTrans" cxnId="{444970EB-71DA-47D0-9708-40D45F22C5AC}">
      <dgm:prSet/>
      <dgm:spPr/>
      <dgm:t>
        <a:bodyPr/>
        <a:lstStyle/>
        <a:p>
          <a:endParaRPr lang="en-IN"/>
        </a:p>
      </dgm:t>
    </dgm:pt>
    <dgm:pt modelId="{C8C819B4-D8BC-45E0-ADC0-379CB914FA11}" type="sibTrans" cxnId="{444970EB-71DA-47D0-9708-40D45F22C5AC}">
      <dgm:prSet/>
      <dgm:spPr/>
      <dgm:t>
        <a:bodyPr/>
        <a:lstStyle/>
        <a:p>
          <a:endParaRPr lang="en-IN"/>
        </a:p>
      </dgm:t>
    </dgm:pt>
    <dgm:pt modelId="{239D47AC-8D28-4F8C-8FD0-2E84E1630C77}">
      <dgm:prSet custT="1"/>
      <dgm:spPr/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and integrating the hybrid AI model. Managing WebSocket communication for live updates.</a:t>
          </a:r>
          <a:endParaRPr lang="en-IN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0395EE-0D44-4486-B42C-13D4F91C47B9}" type="parTrans" cxnId="{C9688DCC-7E57-4C0E-BA1C-B35C152874FF}">
      <dgm:prSet/>
      <dgm:spPr/>
      <dgm:t>
        <a:bodyPr/>
        <a:lstStyle/>
        <a:p>
          <a:endParaRPr lang="en-IN"/>
        </a:p>
      </dgm:t>
    </dgm:pt>
    <dgm:pt modelId="{E3693CDE-360D-4DEF-A2DF-2216E2BAB7F3}" type="sibTrans" cxnId="{C9688DCC-7E57-4C0E-BA1C-B35C152874FF}">
      <dgm:prSet/>
      <dgm:spPr/>
      <dgm:t>
        <a:bodyPr/>
        <a:lstStyle/>
        <a:p>
          <a:endParaRPr lang="en-IN"/>
        </a:p>
      </dgm:t>
    </dgm:pt>
    <dgm:pt modelId="{66A8CAAC-EE71-419B-BB57-0083E0221034}">
      <dgm:prSet custT="1"/>
      <dgm:spPr/>
      <dgm:t>
        <a:bodyPr/>
        <a:lstStyle/>
        <a:p>
          <a:pPr algn="l"/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frontend, backend, AI, chatbot, GIS, and alerts into one platform.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D2505B-99A2-42C0-9E7F-D1538789DFAB}" type="parTrans" cxnId="{22971C92-9117-4EB9-A0EC-BAD1A95CB369}">
      <dgm:prSet/>
      <dgm:spPr/>
      <dgm:t>
        <a:bodyPr/>
        <a:lstStyle/>
        <a:p>
          <a:endParaRPr lang="en-IN"/>
        </a:p>
      </dgm:t>
    </dgm:pt>
    <dgm:pt modelId="{491F3E50-C384-4E17-BAA7-69C8161BFB3F}" type="sibTrans" cxnId="{22971C92-9117-4EB9-A0EC-BAD1A95CB369}">
      <dgm:prSet/>
      <dgm:spPr/>
      <dgm:t>
        <a:bodyPr/>
        <a:lstStyle/>
        <a:p>
          <a:endParaRPr lang="en-IN"/>
        </a:p>
      </dgm:t>
    </dgm:pt>
    <dgm:pt modelId="{E35905C9-34F0-4CA7-8885-6306E376D29F}">
      <dgm:prSet custT="1"/>
      <dgm:spPr/>
      <dgm:t>
        <a:bodyPr/>
        <a:lstStyle/>
        <a:p>
          <a:pPr algn="l"/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Optimizing dashboard performance for real-time visualization.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B561E5-BB7D-4F01-9F65-E0C7AA448317}" type="parTrans" cxnId="{B1D32B4F-56AC-40AC-BE39-C27A5CBD5516}">
      <dgm:prSet/>
      <dgm:spPr/>
      <dgm:t>
        <a:bodyPr/>
        <a:lstStyle/>
        <a:p>
          <a:endParaRPr lang="en-IN"/>
        </a:p>
      </dgm:t>
    </dgm:pt>
    <dgm:pt modelId="{A0614C1C-906B-4185-81BB-E02BF8D7203D}" type="sibTrans" cxnId="{B1D32B4F-56AC-40AC-BE39-C27A5CBD5516}">
      <dgm:prSet/>
      <dgm:spPr/>
      <dgm:t>
        <a:bodyPr/>
        <a:lstStyle/>
        <a:p>
          <a:endParaRPr lang="en-IN"/>
        </a:p>
      </dgm:t>
    </dgm:pt>
    <dgm:pt modelId="{67D5BA7E-FD89-4783-BDD2-993FF837B4DF}">
      <dgm:prSet/>
      <dgm:spPr/>
      <dgm:t>
        <a:bodyPr/>
        <a:lstStyle/>
        <a:p>
          <a:endParaRPr lang="en-IN"/>
        </a:p>
      </dgm:t>
    </dgm:pt>
    <dgm:pt modelId="{65A1E694-2D88-4A37-B36C-2617513A684C}" type="parTrans" cxnId="{384B3362-A063-4589-83F4-F1B1571124B0}">
      <dgm:prSet/>
      <dgm:spPr/>
      <dgm:t>
        <a:bodyPr/>
        <a:lstStyle/>
        <a:p>
          <a:endParaRPr lang="en-IN"/>
        </a:p>
      </dgm:t>
    </dgm:pt>
    <dgm:pt modelId="{4FCBF12D-4A9D-45B3-9128-F60B4BB8FDB2}" type="sibTrans" cxnId="{384B3362-A063-4589-83F4-F1B1571124B0}">
      <dgm:prSet/>
      <dgm:spPr/>
      <dgm:t>
        <a:bodyPr/>
        <a:lstStyle/>
        <a:p>
          <a:endParaRPr lang="en-IN"/>
        </a:p>
      </dgm:t>
    </dgm:pt>
    <dgm:pt modelId="{9F1D492E-A3FC-4180-9DDF-E5AD3C938227}">
      <dgm:prSet/>
      <dgm:spPr/>
      <dgm:t>
        <a:bodyPr/>
        <a:lstStyle/>
        <a:p>
          <a:endParaRPr lang="en-IN"/>
        </a:p>
      </dgm:t>
    </dgm:pt>
    <dgm:pt modelId="{83605AFF-2676-4B44-8D2F-9CEEA63EBDDB}" type="parTrans" cxnId="{040D05B9-1C4D-4A70-82C7-D54F0771FB69}">
      <dgm:prSet/>
      <dgm:spPr/>
      <dgm:t>
        <a:bodyPr/>
        <a:lstStyle/>
        <a:p>
          <a:endParaRPr lang="en-IN"/>
        </a:p>
      </dgm:t>
    </dgm:pt>
    <dgm:pt modelId="{A44B8335-7359-4153-91F9-EF4DB5328ED5}" type="sibTrans" cxnId="{040D05B9-1C4D-4A70-82C7-D54F0771FB69}">
      <dgm:prSet/>
      <dgm:spPr/>
      <dgm:t>
        <a:bodyPr/>
        <a:lstStyle/>
        <a:p>
          <a:endParaRPr lang="en-IN"/>
        </a:p>
      </dgm:t>
    </dgm:pt>
    <dgm:pt modelId="{CDE57ABF-AA98-4E7C-8464-E316A3269B1B}">
      <dgm:prSet/>
      <dgm:spPr/>
      <dgm:t>
        <a:bodyPr/>
        <a:lstStyle/>
        <a:p>
          <a:endParaRPr lang="en-IN"/>
        </a:p>
      </dgm:t>
    </dgm:pt>
    <dgm:pt modelId="{3AF83AFE-3133-434A-ADCF-7640E49A5FDF}" type="parTrans" cxnId="{45B7855A-601C-4D2A-A6CE-21CF525A8E9C}">
      <dgm:prSet/>
      <dgm:spPr/>
      <dgm:t>
        <a:bodyPr/>
        <a:lstStyle/>
        <a:p>
          <a:endParaRPr lang="en-IN"/>
        </a:p>
      </dgm:t>
    </dgm:pt>
    <dgm:pt modelId="{E0376994-52B2-483B-AB7E-B3C9A5E86DD1}" type="sibTrans" cxnId="{45B7855A-601C-4D2A-A6CE-21CF525A8E9C}">
      <dgm:prSet/>
      <dgm:spPr/>
      <dgm:t>
        <a:bodyPr/>
        <a:lstStyle/>
        <a:p>
          <a:endParaRPr lang="en-IN"/>
        </a:p>
      </dgm:t>
    </dgm:pt>
    <dgm:pt modelId="{AD8C7E52-E62B-411F-93E7-93FE5F7117A9}">
      <dgm:prSet/>
      <dgm:spPr/>
      <dgm:t>
        <a:bodyPr/>
        <a:lstStyle/>
        <a:p>
          <a:endParaRPr lang="en-IN"/>
        </a:p>
      </dgm:t>
    </dgm:pt>
    <dgm:pt modelId="{78FBD6A2-CEFB-42DB-BEA0-1EA3BCF08863}" type="parTrans" cxnId="{D9A2B1E9-B882-4120-A007-B6EB7167E2E6}">
      <dgm:prSet/>
      <dgm:spPr/>
      <dgm:t>
        <a:bodyPr/>
        <a:lstStyle/>
        <a:p>
          <a:endParaRPr lang="en-IN"/>
        </a:p>
      </dgm:t>
    </dgm:pt>
    <dgm:pt modelId="{B379341C-C42E-4911-B6D1-E628C409770F}" type="sibTrans" cxnId="{D9A2B1E9-B882-4120-A007-B6EB7167E2E6}">
      <dgm:prSet/>
      <dgm:spPr/>
      <dgm:t>
        <a:bodyPr/>
        <a:lstStyle/>
        <a:p>
          <a:endParaRPr lang="en-IN"/>
        </a:p>
      </dgm:t>
    </dgm:pt>
    <dgm:pt modelId="{753DA56B-576E-44A1-933D-8A835BFFD032}" type="pres">
      <dgm:prSet presAssocID="{9E6BC623-D14F-448A-B3D1-239748040CEC}" presName="matrix" presStyleCnt="0">
        <dgm:presLayoutVars>
          <dgm:chMax val="1"/>
          <dgm:dir/>
          <dgm:resizeHandles val="exact"/>
        </dgm:presLayoutVars>
      </dgm:prSet>
      <dgm:spPr/>
    </dgm:pt>
    <dgm:pt modelId="{BE821370-1CB9-48E8-BF48-0177353C5048}" type="pres">
      <dgm:prSet presAssocID="{9E6BC623-D14F-448A-B3D1-239748040CEC}" presName="axisShape" presStyleLbl="bgShp" presStyleIdx="0" presStyleCnt="1" custScaleX="214458" custLinFactNeighborX="6679"/>
      <dgm:spPr/>
    </dgm:pt>
    <dgm:pt modelId="{D51E65E0-813F-4FF8-86D2-59B21370D0E6}" type="pres">
      <dgm:prSet presAssocID="{9E6BC623-D14F-448A-B3D1-239748040CEC}" presName="rect1" presStyleLbl="node1" presStyleIdx="0" presStyleCnt="4" custScaleX="233444" custLinFactNeighborX="-65054" custLinFactNeighborY="-7790">
        <dgm:presLayoutVars>
          <dgm:chMax val="0"/>
          <dgm:chPref val="0"/>
          <dgm:bulletEnabled val="1"/>
        </dgm:presLayoutVars>
      </dgm:prSet>
      <dgm:spPr/>
    </dgm:pt>
    <dgm:pt modelId="{B4D8AC2E-CB94-480D-818C-0FC3F790855B}" type="pres">
      <dgm:prSet presAssocID="{9E6BC623-D14F-448A-B3D1-239748040CEC}" presName="rect2" presStyleLbl="node1" presStyleIdx="1" presStyleCnt="4" custScaleX="244326" custLinFactNeighborX="96482" custLinFactNeighborY="-7790">
        <dgm:presLayoutVars>
          <dgm:chMax val="0"/>
          <dgm:chPref val="0"/>
          <dgm:bulletEnabled val="1"/>
        </dgm:presLayoutVars>
      </dgm:prSet>
      <dgm:spPr/>
    </dgm:pt>
    <dgm:pt modelId="{9DC6093B-B675-4FE1-9A6A-380D462F93FF}" type="pres">
      <dgm:prSet presAssocID="{9E6BC623-D14F-448A-B3D1-239748040CEC}" presName="rect3" presStyleLbl="node1" presStyleIdx="2" presStyleCnt="4" custScaleX="232988" custLinFactNeighborX="-64763" custLinFactNeighborY="10076">
        <dgm:presLayoutVars>
          <dgm:chMax val="0"/>
          <dgm:chPref val="0"/>
          <dgm:bulletEnabled val="1"/>
        </dgm:presLayoutVars>
      </dgm:prSet>
      <dgm:spPr/>
    </dgm:pt>
    <dgm:pt modelId="{60FFBF78-06B6-4208-AF8A-322A22061843}" type="pres">
      <dgm:prSet presAssocID="{9E6BC623-D14F-448A-B3D1-239748040CEC}" presName="rect4" presStyleLbl="node1" presStyleIdx="3" presStyleCnt="4" custScaleX="243717" custLinFactNeighborX="98359" custLinFactNeighborY="10076">
        <dgm:presLayoutVars>
          <dgm:chMax val="0"/>
          <dgm:chPref val="0"/>
          <dgm:bulletEnabled val="1"/>
        </dgm:presLayoutVars>
      </dgm:prSet>
      <dgm:spPr/>
    </dgm:pt>
  </dgm:ptLst>
  <dgm:cxnLst>
    <dgm:cxn modelId="{91660309-7906-494C-A4FF-C7C876CC3854}" type="presOf" srcId="{66A8CAAC-EE71-419B-BB57-0083E0221034}" destId="{9DC6093B-B675-4FE1-9A6A-380D462F93FF}" srcOrd="0" destOrd="0" presId="urn:microsoft.com/office/officeart/2005/8/layout/matrix2"/>
    <dgm:cxn modelId="{19195521-B1EE-4DEF-8ABE-596A9740D25C}" type="presOf" srcId="{9E6BC623-D14F-448A-B3D1-239748040CEC}" destId="{753DA56B-576E-44A1-933D-8A835BFFD032}" srcOrd="0" destOrd="0" presId="urn:microsoft.com/office/officeart/2005/8/layout/matrix2"/>
    <dgm:cxn modelId="{8C324535-A4EB-468E-A7AD-3F2CFB86235A}" type="presOf" srcId="{89D5079D-58C3-4595-AAB8-35C3B480A349}" destId="{D51E65E0-813F-4FF8-86D2-59B21370D0E6}" srcOrd="0" destOrd="0" presId="urn:microsoft.com/office/officeart/2005/8/layout/matrix2"/>
    <dgm:cxn modelId="{09D0BC3E-808F-48C9-AC76-F916F94E82AC}" type="presOf" srcId="{239D47AC-8D28-4F8C-8FD0-2E84E1630C77}" destId="{B4D8AC2E-CB94-480D-818C-0FC3F790855B}" srcOrd="0" destOrd="0" presId="urn:microsoft.com/office/officeart/2005/8/layout/matrix2"/>
    <dgm:cxn modelId="{384B3362-A063-4589-83F4-F1B1571124B0}" srcId="{9E6BC623-D14F-448A-B3D1-239748040CEC}" destId="{67D5BA7E-FD89-4783-BDD2-993FF837B4DF}" srcOrd="4" destOrd="0" parTransId="{65A1E694-2D88-4A37-B36C-2617513A684C}" sibTransId="{4FCBF12D-4A9D-45B3-9128-F60B4BB8FDB2}"/>
    <dgm:cxn modelId="{B1D32B4F-56AC-40AC-BE39-C27A5CBD5516}" srcId="{9E6BC623-D14F-448A-B3D1-239748040CEC}" destId="{E35905C9-34F0-4CA7-8885-6306E376D29F}" srcOrd="3" destOrd="0" parTransId="{52B561E5-BB7D-4F01-9F65-E0C7AA448317}" sibTransId="{A0614C1C-906B-4185-81BB-E02BF8D7203D}"/>
    <dgm:cxn modelId="{45B7855A-601C-4D2A-A6CE-21CF525A8E9C}" srcId="{9E6BC623-D14F-448A-B3D1-239748040CEC}" destId="{CDE57ABF-AA98-4E7C-8464-E316A3269B1B}" srcOrd="6" destOrd="0" parTransId="{3AF83AFE-3133-434A-ADCF-7640E49A5FDF}" sibTransId="{E0376994-52B2-483B-AB7E-B3C9A5E86DD1}"/>
    <dgm:cxn modelId="{22971C92-9117-4EB9-A0EC-BAD1A95CB369}" srcId="{9E6BC623-D14F-448A-B3D1-239748040CEC}" destId="{66A8CAAC-EE71-419B-BB57-0083E0221034}" srcOrd="2" destOrd="0" parTransId="{C9D2505B-99A2-42C0-9E7F-D1538789DFAB}" sibTransId="{491F3E50-C384-4E17-BAA7-69C8161BFB3F}"/>
    <dgm:cxn modelId="{040D05B9-1C4D-4A70-82C7-D54F0771FB69}" srcId="{9E6BC623-D14F-448A-B3D1-239748040CEC}" destId="{9F1D492E-A3FC-4180-9DDF-E5AD3C938227}" srcOrd="5" destOrd="0" parTransId="{83605AFF-2676-4B44-8D2F-9CEEA63EBDDB}" sibTransId="{A44B8335-7359-4153-91F9-EF4DB5328ED5}"/>
    <dgm:cxn modelId="{C9688DCC-7E57-4C0E-BA1C-B35C152874FF}" srcId="{9E6BC623-D14F-448A-B3D1-239748040CEC}" destId="{239D47AC-8D28-4F8C-8FD0-2E84E1630C77}" srcOrd="1" destOrd="0" parTransId="{F20395EE-0D44-4486-B42C-13D4F91C47B9}" sibTransId="{E3693CDE-360D-4DEF-A2DF-2216E2BAB7F3}"/>
    <dgm:cxn modelId="{D9A2B1E9-B882-4120-A007-B6EB7167E2E6}" srcId="{9E6BC623-D14F-448A-B3D1-239748040CEC}" destId="{AD8C7E52-E62B-411F-93E7-93FE5F7117A9}" srcOrd="7" destOrd="0" parTransId="{78FBD6A2-CEFB-42DB-BEA0-1EA3BCF08863}" sibTransId="{B379341C-C42E-4911-B6D1-E628C409770F}"/>
    <dgm:cxn modelId="{444970EB-71DA-47D0-9708-40D45F22C5AC}" srcId="{9E6BC623-D14F-448A-B3D1-239748040CEC}" destId="{89D5079D-58C3-4595-AAB8-35C3B480A349}" srcOrd="0" destOrd="0" parTransId="{E81503DB-C859-409F-8539-DA83A36F8201}" sibTransId="{C8C819B4-D8BC-45E0-ADC0-379CB914FA11}"/>
    <dgm:cxn modelId="{74B153F4-A5C2-47DF-A14C-8CC3A94957A9}" type="presOf" srcId="{E35905C9-34F0-4CA7-8885-6306E376D29F}" destId="{60FFBF78-06B6-4208-AF8A-322A22061843}" srcOrd="0" destOrd="0" presId="urn:microsoft.com/office/officeart/2005/8/layout/matrix2"/>
    <dgm:cxn modelId="{59EA4382-10C7-43B9-901C-3344FBDC4672}" type="presParOf" srcId="{753DA56B-576E-44A1-933D-8A835BFFD032}" destId="{BE821370-1CB9-48E8-BF48-0177353C5048}" srcOrd="0" destOrd="0" presId="urn:microsoft.com/office/officeart/2005/8/layout/matrix2"/>
    <dgm:cxn modelId="{C6DFB872-0A43-4D9D-BD05-905B447672A5}" type="presParOf" srcId="{753DA56B-576E-44A1-933D-8A835BFFD032}" destId="{D51E65E0-813F-4FF8-86D2-59B21370D0E6}" srcOrd="1" destOrd="0" presId="urn:microsoft.com/office/officeart/2005/8/layout/matrix2"/>
    <dgm:cxn modelId="{094543B0-D301-49FB-A96A-86DBA9158329}" type="presParOf" srcId="{753DA56B-576E-44A1-933D-8A835BFFD032}" destId="{B4D8AC2E-CB94-480D-818C-0FC3F790855B}" srcOrd="2" destOrd="0" presId="urn:microsoft.com/office/officeart/2005/8/layout/matrix2"/>
    <dgm:cxn modelId="{22A52E60-F6AA-42F0-942E-BC77444AB915}" type="presParOf" srcId="{753DA56B-576E-44A1-933D-8A835BFFD032}" destId="{9DC6093B-B675-4FE1-9A6A-380D462F93FF}" srcOrd="3" destOrd="0" presId="urn:microsoft.com/office/officeart/2005/8/layout/matrix2"/>
    <dgm:cxn modelId="{08ABB970-C7E7-4877-BAE3-2307ECF27099}" type="presParOf" srcId="{753DA56B-576E-44A1-933D-8A835BFFD032}" destId="{60FFBF78-06B6-4208-AF8A-322A22061843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8889EE-EC51-442B-BE76-F78B4322644C}" type="doc">
      <dgm:prSet loTypeId="urn:microsoft.com/office/officeart/2005/8/layout/vList3" loCatId="list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3662AAB7-54CE-438D-8061-86E2E1998320}">
      <dgm:prSet custT="1"/>
      <dgm:spPr/>
      <dgm:t>
        <a:bodyPr/>
        <a:lstStyle/>
        <a:p>
          <a:r>
            <a:rPr lang="en-US" sz="2000" b="1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Deploying real IoT sensors across the city </a:t>
          </a:r>
        </a:p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weather forecast APIs.</a:t>
          </a:r>
          <a:br>
            <a:rPr lang="en-US" sz="2000" b="0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E82E3-C3E4-4B9B-BDAC-BDB71BCA99EC}" type="parTrans" cxnId="{7A2A14F0-AA26-433F-B504-E9EAB2B82B50}">
      <dgm:prSet/>
      <dgm:spPr/>
      <dgm:t>
        <a:bodyPr/>
        <a:lstStyle/>
        <a:p>
          <a:endParaRPr lang="en-IN"/>
        </a:p>
      </dgm:t>
    </dgm:pt>
    <dgm:pt modelId="{DAA38C2C-3BA6-4493-A072-FB5C3EA57B9C}" type="sibTrans" cxnId="{7A2A14F0-AA26-433F-B504-E9EAB2B82B50}">
      <dgm:prSet/>
      <dgm:spPr/>
      <dgm:t>
        <a:bodyPr/>
        <a:lstStyle/>
        <a:p>
          <a:endParaRPr lang="en-IN"/>
        </a:p>
      </dgm:t>
    </dgm:pt>
    <dgm:pt modelId="{DA043A01-8A65-40F0-A483-BB78E944696A}">
      <dgm:prSet custT="1"/>
      <dgm:spPr/>
      <dgm:t>
        <a:bodyPr/>
        <a:lstStyle/>
        <a:p>
          <a:r>
            <a:rPr lang="en-US" sz="2000" b="1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Android and iOS mobile applications. </a:t>
          </a:r>
        </a:p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Using CCTV cameras and computer vision for flood detection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CE71A8-7041-4088-BD39-A6B357304B05}" type="parTrans" cxnId="{B86F7BD9-7261-4A3C-861F-1113533DCC8B}">
      <dgm:prSet/>
      <dgm:spPr/>
      <dgm:t>
        <a:bodyPr/>
        <a:lstStyle/>
        <a:p>
          <a:endParaRPr lang="en-IN"/>
        </a:p>
      </dgm:t>
    </dgm:pt>
    <dgm:pt modelId="{D197CECF-CF2D-4BD1-9BFD-2B2CF74CDCD1}" type="sibTrans" cxnId="{B86F7BD9-7261-4A3C-861F-1113533DCC8B}">
      <dgm:prSet/>
      <dgm:spPr/>
      <dgm:t>
        <a:bodyPr/>
        <a:lstStyle/>
        <a:p>
          <a:endParaRPr lang="en-IN"/>
        </a:p>
      </dgm:t>
    </dgm:pt>
    <dgm:pt modelId="{BEEB8E1F-824F-4CEE-8B6A-A6BF27C62C0F}">
      <dgm:prSet custT="1"/>
      <dgm:spPr/>
      <dgm:t>
        <a:bodyPr/>
        <a:lstStyle/>
        <a:p>
          <a:r>
            <a:rPr lang="en-US" sz="2000" b="1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Implementing drone-based monitoring. </a:t>
          </a:r>
        </a:p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Creating a Digital Twin of the drainage network.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6E7A86-FD76-4968-AC96-E2F8BD7FD329}" type="parTrans" cxnId="{71BF5596-A7EC-4B22-B22D-D0B7BE5DB0A4}">
      <dgm:prSet/>
      <dgm:spPr/>
      <dgm:t>
        <a:bodyPr/>
        <a:lstStyle/>
        <a:p>
          <a:endParaRPr lang="en-IN"/>
        </a:p>
      </dgm:t>
    </dgm:pt>
    <dgm:pt modelId="{B0F8F7B6-B6E5-4D24-A76A-7CEEF3FC478C}" type="sibTrans" cxnId="{71BF5596-A7EC-4B22-B22D-D0B7BE5DB0A4}">
      <dgm:prSet/>
      <dgm:spPr/>
      <dgm:t>
        <a:bodyPr/>
        <a:lstStyle/>
        <a:p>
          <a:endParaRPr lang="en-IN"/>
        </a:p>
      </dgm:t>
    </dgm:pt>
    <dgm:pt modelId="{1943F30F-F311-4747-BF6D-C478C81CB881}">
      <dgm:prSet custT="1"/>
      <dgm:spPr/>
      <dgm:t>
        <a:bodyPr/>
        <a:lstStyle/>
        <a:p>
          <a:r>
            <a:rPr lang="en-US" sz="2000" b="1" i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Expanding the system to other smart cities across India.</a:t>
          </a:r>
          <a:endParaRPr lang="en-IN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285DD1-4E1C-4E08-AAFB-99BBEA0CB5EE}" type="parTrans" cxnId="{AA90A361-859D-49F2-9302-36412B8D49EE}">
      <dgm:prSet/>
      <dgm:spPr/>
      <dgm:t>
        <a:bodyPr/>
        <a:lstStyle/>
        <a:p>
          <a:endParaRPr lang="en-IN"/>
        </a:p>
      </dgm:t>
    </dgm:pt>
    <dgm:pt modelId="{B7412F6A-D07A-4EFA-859C-38230A42BF21}" type="sibTrans" cxnId="{AA90A361-859D-49F2-9302-36412B8D49EE}">
      <dgm:prSet/>
      <dgm:spPr/>
      <dgm:t>
        <a:bodyPr/>
        <a:lstStyle/>
        <a:p>
          <a:endParaRPr lang="en-IN"/>
        </a:p>
      </dgm:t>
    </dgm:pt>
    <dgm:pt modelId="{6C0ADEC9-9111-4C05-8FFF-68BE231F47E9}" type="pres">
      <dgm:prSet presAssocID="{B08889EE-EC51-442B-BE76-F78B4322644C}" presName="linearFlow" presStyleCnt="0">
        <dgm:presLayoutVars>
          <dgm:dir/>
          <dgm:resizeHandles val="exact"/>
        </dgm:presLayoutVars>
      </dgm:prSet>
      <dgm:spPr/>
    </dgm:pt>
    <dgm:pt modelId="{F0A6A6E2-0F09-4686-9570-2C471BF216B9}" type="pres">
      <dgm:prSet presAssocID="{3662AAB7-54CE-438D-8061-86E2E1998320}" presName="composite" presStyleCnt="0"/>
      <dgm:spPr/>
    </dgm:pt>
    <dgm:pt modelId="{09755735-EED1-47DF-9E93-7C0A10B17AE9}" type="pres">
      <dgm:prSet presAssocID="{3662AAB7-54CE-438D-8061-86E2E1998320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8CB34C0E-51A8-42C1-A894-DD5F7C27C26D}" type="pres">
      <dgm:prSet presAssocID="{3662AAB7-54CE-438D-8061-86E2E1998320}" presName="txShp" presStyleLbl="node1" presStyleIdx="0" presStyleCnt="4">
        <dgm:presLayoutVars>
          <dgm:bulletEnabled val="1"/>
        </dgm:presLayoutVars>
      </dgm:prSet>
      <dgm:spPr/>
    </dgm:pt>
    <dgm:pt modelId="{3482B4C1-44EB-43E8-A551-6F13FE31D1B9}" type="pres">
      <dgm:prSet presAssocID="{DAA38C2C-3BA6-4493-A072-FB5C3EA57B9C}" presName="spacing" presStyleCnt="0"/>
      <dgm:spPr/>
    </dgm:pt>
    <dgm:pt modelId="{E798421B-2CA3-4BFF-BA2C-B37AF0C67F23}" type="pres">
      <dgm:prSet presAssocID="{DA043A01-8A65-40F0-A483-BB78E944696A}" presName="composite" presStyleCnt="0"/>
      <dgm:spPr/>
    </dgm:pt>
    <dgm:pt modelId="{71C96E91-BEE6-4F1D-B366-8CD537958509}" type="pres">
      <dgm:prSet presAssocID="{DA043A01-8A65-40F0-A483-BB78E944696A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EF3FA45E-8D64-4223-BFE5-C58A84F962E7}" type="pres">
      <dgm:prSet presAssocID="{DA043A01-8A65-40F0-A483-BB78E944696A}" presName="txShp" presStyleLbl="node1" presStyleIdx="1" presStyleCnt="4">
        <dgm:presLayoutVars>
          <dgm:bulletEnabled val="1"/>
        </dgm:presLayoutVars>
      </dgm:prSet>
      <dgm:spPr/>
    </dgm:pt>
    <dgm:pt modelId="{0C63CDC2-E7CD-4F80-B2E7-2B32A0674084}" type="pres">
      <dgm:prSet presAssocID="{D197CECF-CF2D-4BD1-9BFD-2B2CF74CDCD1}" presName="spacing" presStyleCnt="0"/>
      <dgm:spPr/>
    </dgm:pt>
    <dgm:pt modelId="{984DD7E5-4554-4AA5-AC0A-DF2B59109A58}" type="pres">
      <dgm:prSet presAssocID="{BEEB8E1F-824F-4CEE-8B6A-A6BF27C62C0F}" presName="composite" presStyleCnt="0"/>
      <dgm:spPr/>
    </dgm:pt>
    <dgm:pt modelId="{7C3B72A7-DDD4-4971-A0C5-A9145DE745A9}" type="pres">
      <dgm:prSet presAssocID="{BEEB8E1F-824F-4CEE-8B6A-A6BF27C62C0F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 with solid fill"/>
        </a:ext>
      </dgm:extLst>
    </dgm:pt>
    <dgm:pt modelId="{0B4F5669-3AB7-4ECA-8095-51303BC92B48}" type="pres">
      <dgm:prSet presAssocID="{BEEB8E1F-824F-4CEE-8B6A-A6BF27C62C0F}" presName="txShp" presStyleLbl="node1" presStyleIdx="2" presStyleCnt="4">
        <dgm:presLayoutVars>
          <dgm:bulletEnabled val="1"/>
        </dgm:presLayoutVars>
      </dgm:prSet>
      <dgm:spPr/>
    </dgm:pt>
    <dgm:pt modelId="{96BA6F1F-6A60-4BB6-A6E6-968CFF8F6ED2}" type="pres">
      <dgm:prSet presAssocID="{B0F8F7B6-B6E5-4D24-A76A-7CEEF3FC478C}" presName="spacing" presStyleCnt="0"/>
      <dgm:spPr/>
    </dgm:pt>
    <dgm:pt modelId="{E689BCD8-09CA-473B-80FA-2BD1C71C3E67}" type="pres">
      <dgm:prSet presAssocID="{1943F30F-F311-4747-BF6D-C478C81CB881}" presName="composite" presStyleCnt="0"/>
      <dgm:spPr/>
    </dgm:pt>
    <dgm:pt modelId="{27233B38-8685-483A-AFDC-CF309B1EF771}" type="pres">
      <dgm:prSet presAssocID="{1943F30F-F311-4747-BF6D-C478C81CB881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BD1B9CA8-612C-4713-BF09-40EDBD00C826}" type="pres">
      <dgm:prSet presAssocID="{1943F30F-F311-4747-BF6D-C478C81CB88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6575E32-D773-49B7-ADD5-8798915CE7CA}" type="presOf" srcId="{BEEB8E1F-824F-4CEE-8B6A-A6BF27C62C0F}" destId="{0B4F5669-3AB7-4ECA-8095-51303BC92B48}" srcOrd="0" destOrd="0" presId="urn:microsoft.com/office/officeart/2005/8/layout/vList3"/>
    <dgm:cxn modelId="{7A047635-62A8-4E01-9FE3-7D669C706ADA}" type="presOf" srcId="{B08889EE-EC51-442B-BE76-F78B4322644C}" destId="{6C0ADEC9-9111-4C05-8FFF-68BE231F47E9}" srcOrd="0" destOrd="0" presId="urn:microsoft.com/office/officeart/2005/8/layout/vList3"/>
    <dgm:cxn modelId="{AA90A361-859D-49F2-9302-36412B8D49EE}" srcId="{B08889EE-EC51-442B-BE76-F78B4322644C}" destId="{1943F30F-F311-4747-BF6D-C478C81CB881}" srcOrd="3" destOrd="0" parTransId="{EE285DD1-4E1C-4E08-AAFB-99BBEA0CB5EE}" sibTransId="{B7412F6A-D07A-4EFA-859C-38230A42BF21}"/>
    <dgm:cxn modelId="{71BF5596-A7EC-4B22-B22D-D0B7BE5DB0A4}" srcId="{B08889EE-EC51-442B-BE76-F78B4322644C}" destId="{BEEB8E1F-824F-4CEE-8B6A-A6BF27C62C0F}" srcOrd="2" destOrd="0" parTransId="{506E7A86-FD76-4968-AC96-E2F8BD7FD329}" sibTransId="{B0F8F7B6-B6E5-4D24-A76A-7CEEF3FC478C}"/>
    <dgm:cxn modelId="{49BA37A7-3EC1-45F5-AA8F-1FCD008D101A}" type="presOf" srcId="{DA043A01-8A65-40F0-A483-BB78E944696A}" destId="{EF3FA45E-8D64-4223-BFE5-C58A84F962E7}" srcOrd="0" destOrd="0" presId="urn:microsoft.com/office/officeart/2005/8/layout/vList3"/>
    <dgm:cxn modelId="{C7267DCF-74BA-4F67-8DC4-796BFF6E958A}" type="presOf" srcId="{1943F30F-F311-4747-BF6D-C478C81CB881}" destId="{BD1B9CA8-612C-4713-BF09-40EDBD00C826}" srcOrd="0" destOrd="0" presId="urn:microsoft.com/office/officeart/2005/8/layout/vList3"/>
    <dgm:cxn modelId="{B86F7BD9-7261-4A3C-861F-1113533DCC8B}" srcId="{B08889EE-EC51-442B-BE76-F78B4322644C}" destId="{DA043A01-8A65-40F0-A483-BB78E944696A}" srcOrd="1" destOrd="0" parTransId="{5FCE71A8-7041-4088-BD39-A6B357304B05}" sibTransId="{D197CECF-CF2D-4BD1-9BFD-2B2CF74CDCD1}"/>
    <dgm:cxn modelId="{7A2A14F0-AA26-433F-B504-E9EAB2B82B50}" srcId="{B08889EE-EC51-442B-BE76-F78B4322644C}" destId="{3662AAB7-54CE-438D-8061-86E2E1998320}" srcOrd="0" destOrd="0" parTransId="{B90E82E3-C3E4-4B9B-BDAC-BDB71BCA99EC}" sibTransId="{DAA38C2C-3BA6-4493-A072-FB5C3EA57B9C}"/>
    <dgm:cxn modelId="{2A03E5F6-6DAD-4333-8A62-B4EDE7835E35}" type="presOf" srcId="{3662AAB7-54CE-438D-8061-86E2E1998320}" destId="{8CB34C0E-51A8-42C1-A894-DD5F7C27C26D}" srcOrd="0" destOrd="0" presId="urn:microsoft.com/office/officeart/2005/8/layout/vList3"/>
    <dgm:cxn modelId="{EA986215-03A6-4E09-9D1A-B12AF38E1448}" type="presParOf" srcId="{6C0ADEC9-9111-4C05-8FFF-68BE231F47E9}" destId="{F0A6A6E2-0F09-4686-9570-2C471BF216B9}" srcOrd="0" destOrd="0" presId="urn:microsoft.com/office/officeart/2005/8/layout/vList3"/>
    <dgm:cxn modelId="{969C50D1-D6C5-4BBD-B5B5-7D49BE3431A4}" type="presParOf" srcId="{F0A6A6E2-0F09-4686-9570-2C471BF216B9}" destId="{09755735-EED1-47DF-9E93-7C0A10B17AE9}" srcOrd="0" destOrd="0" presId="urn:microsoft.com/office/officeart/2005/8/layout/vList3"/>
    <dgm:cxn modelId="{A997F832-0089-40DF-BFC2-F16B947F3A6E}" type="presParOf" srcId="{F0A6A6E2-0F09-4686-9570-2C471BF216B9}" destId="{8CB34C0E-51A8-42C1-A894-DD5F7C27C26D}" srcOrd="1" destOrd="0" presId="urn:microsoft.com/office/officeart/2005/8/layout/vList3"/>
    <dgm:cxn modelId="{17A4D430-937A-411E-99B4-DBB1327BEFF5}" type="presParOf" srcId="{6C0ADEC9-9111-4C05-8FFF-68BE231F47E9}" destId="{3482B4C1-44EB-43E8-A551-6F13FE31D1B9}" srcOrd="1" destOrd="0" presId="urn:microsoft.com/office/officeart/2005/8/layout/vList3"/>
    <dgm:cxn modelId="{27C3D0B2-7154-4E4D-ADB0-74A34A9E9A81}" type="presParOf" srcId="{6C0ADEC9-9111-4C05-8FFF-68BE231F47E9}" destId="{E798421B-2CA3-4BFF-BA2C-B37AF0C67F23}" srcOrd="2" destOrd="0" presId="urn:microsoft.com/office/officeart/2005/8/layout/vList3"/>
    <dgm:cxn modelId="{CF39180E-C922-474E-B95E-E9702C73C930}" type="presParOf" srcId="{E798421B-2CA3-4BFF-BA2C-B37AF0C67F23}" destId="{71C96E91-BEE6-4F1D-B366-8CD537958509}" srcOrd="0" destOrd="0" presId="urn:microsoft.com/office/officeart/2005/8/layout/vList3"/>
    <dgm:cxn modelId="{06B2BF1F-BDF7-44D8-A7F3-DE0D4A54C31A}" type="presParOf" srcId="{E798421B-2CA3-4BFF-BA2C-B37AF0C67F23}" destId="{EF3FA45E-8D64-4223-BFE5-C58A84F962E7}" srcOrd="1" destOrd="0" presId="urn:microsoft.com/office/officeart/2005/8/layout/vList3"/>
    <dgm:cxn modelId="{FB5B0CCD-5215-425A-82CC-ACA1F2765D2C}" type="presParOf" srcId="{6C0ADEC9-9111-4C05-8FFF-68BE231F47E9}" destId="{0C63CDC2-E7CD-4F80-B2E7-2B32A0674084}" srcOrd="3" destOrd="0" presId="urn:microsoft.com/office/officeart/2005/8/layout/vList3"/>
    <dgm:cxn modelId="{C17C85EF-B5B6-4168-B070-B7CE60FFBD69}" type="presParOf" srcId="{6C0ADEC9-9111-4C05-8FFF-68BE231F47E9}" destId="{984DD7E5-4554-4AA5-AC0A-DF2B59109A58}" srcOrd="4" destOrd="0" presId="urn:microsoft.com/office/officeart/2005/8/layout/vList3"/>
    <dgm:cxn modelId="{F67482D7-0407-4AE4-A45F-396A5D60CF75}" type="presParOf" srcId="{984DD7E5-4554-4AA5-AC0A-DF2B59109A58}" destId="{7C3B72A7-DDD4-4971-A0C5-A9145DE745A9}" srcOrd="0" destOrd="0" presId="urn:microsoft.com/office/officeart/2005/8/layout/vList3"/>
    <dgm:cxn modelId="{67C81BEB-D05B-4FF7-8831-38858E49D0BF}" type="presParOf" srcId="{984DD7E5-4554-4AA5-AC0A-DF2B59109A58}" destId="{0B4F5669-3AB7-4ECA-8095-51303BC92B48}" srcOrd="1" destOrd="0" presId="urn:microsoft.com/office/officeart/2005/8/layout/vList3"/>
    <dgm:cxn modelId="{2BEBB086-302F-417D-9A4E-36893F26A48A}" type="presParOf" srcId="{6C0ADEC9-9111-4C05-8FFF-68BE231F47E9}" destId="{96BA6F1F-6A60-4BB6-A6E6-968CFF8F6ED2}" srcOrd="5" destOrd="0" presId="urn:microsoft.com/office/officeart/2005/8/layout/vList3"/>
    <dgm:cxn modelId="{142CA7B7-EA0E-4003-BBFC-49F1E684EA31}" type="presParOf" srcId="{6C0ADEC9-9111-4C05-8FFF-68BE231F47E9}" destId="{E689BCD8-09CA-473B-80FA-2BD1C71C3E67}" srcOrd="6" destOrd="0" presId="urn:microsoft.com/office/officeart/2005/8/layout/vList3"/>
    <dgm:cxn modelId="{E9056470-2288-4735-AE40-F24A8F183DB4}" type="presParOf" srcId="{E689BCD8-09CA-473B-80FA-2BD1C71C3E67}" destId="{27233B38-8685-483A-AFDC-CF309B1EF771}" srcOrd="0" destOrd="0" presId="urn:microsoft.com/office/officeart/2005/8/layout/vList3"/>
    <dgm:cxn modelId="{A7066677-5AFD-4514-BC68-28BA3066AB03}" type="presParOf" srcId="{E689BCD8-09CA-473B-80FA-2BD1C71C3E67}" destId="{BD1B9CA8-612C-4713-BF09-40EDBD00C82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A8D1E-E8A2-44C6-BAE8-D79309EB13F0}">
      <dsp:nvSpPr>
        <dsp:cNvPr id="0" name=""/>
        <dsp:cNvSpPr/>
      </dsp:nvSpPr>
      <dsp:spPr>
        <a:xfrm>
          <a:off x="2637979" y="2696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696"/>
        <a:ext cx="4751542" cy="431958"/>
      </dsp:txXfrm>
    </dsp:sp>
    <dsp:sp modelId="{872010B7-E5DA-4602-A104-33A40BB2023E}">
      <dsp:nvSpPr>
        <dsp:cNvPr id="0" name=""/>
        <dsp:cNvSpPr/>
      </dsp:nvSpPr>
      <dsp:spPr>
        <a:xfrm>
          <a:off x="2637979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5EF5-24CA-451E-8C5B-8D829DF3655C}">
      <dsp:nvSpPr>
        <dsp:cNvPr id="0" name=""/>
        <dsp:cNvSpPr/>
      </dsp:nvSpPr>
      <dsp:spPr>
        <a:xfrm>
          <a:off x="3305835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4358-F32F-4BAD-BBC9-2557C8228CAA}">
      <dsp:nvSpPr>
        <dsp:cNvPr id="0" name=""/>
        <dsp:cNvSpPr/>
      </dsp:nvSpPr>
      <dsp:spPr>
        <a:xfrm>
          <a:off x="397421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00642-A71C-462C-B509-5E8382CCF969}">
      <dsp:nvSpPr>
        <dsp:cNvPr id="0" name=""/>
        <dsp:cNvSpPr/>
      </dsp:nvSpPr>
      <dsp:spPr>
        <a:xfrm>
          <a:off x="4642074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5B229-69C9-4690-93FA-6AEB0C4C0107}">
      <dsp:nvSpPr>
        <dsp:cNvPr id="0" name=""/>
        <dsp:cNvSpPr/>
      </dsp:nvSpPr>
      <dsp:spPr>
        <a:xfrm>
          <a:off x="531045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86E2-71F2-43C0-A33B-96D5C4FFA54E}">
      <dsp:nvSpPr>
        <dsp:cNvPr id="0" name=""/>
        <dsp:cNvSpPr/>
      </dsp:nvSpPr>
      <dsp:spPr>
        <a:xfrm>
          <a:off x="5978313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3545-B532-4A54-A5D4-F90CA713797C}">
      <dsp:nvSpPr>
        <dsp:cNvPr id="0" name=""/>
        <dsp:cNvSpPr/>
      </dsp:nvSpPr>
      <dsp:spPr>
        <a:xfrm>
          <a:off x="6646697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85A08-5E87-4AF8-B37F-48E5DA1E4C5A}">
      <dsp:nvSpPr>
        <dsp:cNvPr id="0" name=""/>
        <dsp:cNvSpPr/>
      </dsp:nvSpPr>
      <dsp:spPr>
        <a:xfrm>
          <a:off x="2637979" y="522646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522646"/>
        <a:ext cx="4813312" cy="703932"/>
      </dsp:txXfrm>
    </dsp:sp>
    <dsp:sp modelId="{F36859A4-F2AA-4A87-A5A4-F5BADDA8A0D5}">
      <dsp:nvSpPr>
        <dsp:cNvPr id="0" name=""/>
        <dsp:cNvSpPr/>
      </dsp:nvSpPr>
      <dsp:spPr>
        <a:xfrm>
          <a:off x="2637979" y="135542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355425"/>
        <a:ext cx="4751542" cy="431958"/>
      </dsp:txXfrm>
    </dsp:sp>
    <dsp:sp modelId="{DE28C391-6C67-4782-A777-E0D766A7AE81}">
      <dsp:nvSpPr>
        <dsp:cNvPr id="0" name=""/>
        <dsp:cNvSpPr/>
      </dsp:nvSpPr>
      <dsp:spPr>
        <a:xfrm>
          <a:off x="2637979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1BF8-8F64-492F-919C-3EE0A5AEFB6B}">
      <dsp:nvSpPr>
        <dsp:cNvPr id="0" name=""/>
        <dsp:cNvSpPr/>
      </dsp:nvSpPr>
      <dsp:spPr>
        <a:xfrm>
          <a:off x="3305835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5A149-E1FE-41A6-9352-E8113EAAF075}">
      <dsp:nvSpPr>
        <dsp:cNvPr id="0" name=""/>
        <dsp:cNvSpPr/>
      </dsp:nvSpPr>
      <dsp:spPr>
        <a:xfrm>
          <a:off x="397421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251AB-F713-4B57-9C8D-3373CF473F26}">
      <dsp:nvSpPr>
        <dsp:cNvPr id="0" name=""/>
        <dsp:cNvSpPr/>
      </dsp:nvSpPr>
      <dsp:spPr>
        <a:xfrm>
          <a:off x="4642074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9541-A08B-4483-9BB7-DE39D3ACF08E}">
      <dsp:nvSpPr>
        <dsp:cNvPr id="0" name=""/>
        <dsp:cNvSpPr/>
      </dsp:nvSpPr>
      <dsp:spPr>
        <a:xfrm>
          <a:off x="531045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F040-53C4-4598-BDCE-EEE6E2AE68A6}">
      <dsp:nvSpPr>
        <dsp:cNvPr id="0" name=""/>
        <dsp:cNvSpPr/>
      </dsp:nvSpPr>
      <dsp:spPr>
        <a:xfrm>
          <a:off x="5978313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C597-7390-4268-9AE3-226A13B080B7}">
      <dsp:nvSpPr>
        <dsp:cNvPr id="0" name=""/>
        <dsp:cNvSpPr/>
      </dsp:nvSpPr>
      <dsp:spPr>
        <a:xfrm>
          <a:off x="6646697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4CAC-AE1C-41BC-A8D5-5F0D2B4F25F3}">
      <dsp:nvSpPr>
        <dsp:cNvPr id="0" name=""/>
        <dsp:cNvSpPr/>
      </dsp:nvSpPr>
      <dsp:spPr>
        <a:xfrm>
          <a:off x="2637979" y="187537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875375"/>
        <a:ext cx="4813312" cy="703932"/>
      </dsp:txXfrm>
    </dsp:sp>
    <dsp:sp modelId="{D943892C-7024-45D3-9792-E58E4874774D}">
      <dsp:nvSpPr>
        <dsp:cNvPr id="0" name=""/>
        <dsp:cNvSpPr/>
      </dsp:nvSpPr>
      <dsp:spPr>
        <a:xfrm>
          <a:off x="2637979" y="270815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708155"/>
        <a:ext cx="4751542" cy="431958"/>
      </dsp:txXfrm>
    </dsp:sp>
    <dsp:sp modelId="{B5A8A188-0E21-43BF-A42F-10688A799C16}">
      <dsp:nvSpPr>
        <dsp:cNvPr id="0" name=""/>
        <dsp:cNvSpPr/>
      </dsp:nvSpPr>
      <dsp:spPr>
        <a:xfrm>
          <a:off x="2637979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AAE1-2758-4ADE-B96D-E5658505CE10}">
      <dsp:nvSpPr>
        <dsp:cNvPr id="0" name=""/>
        <dsp:cNvSpPr/>
      </dsp:nvSpPr>
      <dsp:spPr>
        <a:xfrm>
          <a:off x="3305835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08D-A011-475C-B181-4CBF34B54FFA}">
      <dsp:nvSpPr>
        <dsp:cNvPr id="0" name=""/>
        <dsp:cNvSpPr/>
      </dsp:nvSpPr>
      <dsp:spPr>
        <a:xfrm>
          <a:off x="397421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D97D-4EE4-4F93-BD73-8D20BDD687FA}">
      <dsp:nvSpPr>
        <dsp:cNvPr id="0" name=""/>
        <dsp:cNvSpPr/>
      </dsp:nvSpPr>
      <dsp:spPr>
        <a:xfrm>
          <a:off x="4642074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A4042-95A3-4ABA-9447-9AFD391F6AC9}">
      <dsp:nvSpPr>
        <dsp:cNvPr id="0" name=""/>
        <dsp:cNvSpPr/>
      </dsp:nvSpPr>
      <dsp:spPr>
        <a:xfrm>
          <a:off x="531045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DDF3-0523-4182-9B16-FD670D899221}">
      <dsp:nvSpPr>
        <dsp:cNvPr id="0" name=""/>
        <dsp:cNvSpPr/>
      </dsp:nvSpPr>
      <dsp:spPr>
        <a:xfrm>
          <a:off x="5978313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24AD-0697-4673-B4AF-3BE86E447B47}">
      <dsp:nvSpPr>
        <dsp:cNvPr id="0" name=""/>
        <dsp:cNvSpPr/>
      </dsp:nvSpPr>
      <dsp:spPr>
        <a:xfrm>
          <a:off x="6646697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81FEE-99BC-4DAC-928C-544F75C0984E}">
      <dsp:nvSpPr>
        <dsp:cNvPr id="0" name=""/>
        <dsp:cNvSpPr/>
      </dsp:nvSpPr>
      <dsp:spPr>
        <a:xfrm>
          <a:off x="2637979" y="322810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from Literature review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3228105"/>
        <a:ext cx="4813312" cy="703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A8D1E-E8A2-44C6-BAE8-D79309EB13F0}">
      <dsp:nvSpPr>
        <dsp:cNvPr id="0" name=""/>
        <dsp:cNvSpPr/>
      </dsp:nvSpPr>
      <dsp:spPr>
        <a:xfrm>
          <a:off x="2637979" y="2696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696"/>
        <a:ext cx="4751542" cy="431958"/>
      </dsp:txXfrm>
    </dsp:sp>
    <dsp:sp modelId="{872010B7-E5DA-4602-A104-33A40BB2023E}">
      <dsp:nvSpPr>
        <dsp:cNvPr id="0" name=""/>
        <dsp:cNvSpPr/>
      </dsp:nvSpPr>
      <dsp:spPr>
        <a:xfrm>
          <a:off x="2637979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5EF5-24CA-451E-8C5B-8D829DF3655C}">
      <dsp:nvSpPr>
        <dsp:cNvPr id="0" name=""/>
        <dsp:cNvSpPr/>
      </dsp:nvSpPr>
      <dsp:spPr>
        <a:xfrm>
          <a:off x="3305835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4358-F32F-4BAD-BBC9-2557C8228CAA}">
      <dsp:nvSpPr>
        <dsp:cNvPr id="0" name=""/>
        <dsp:cNvSpPr/>
      </dsp:nvSpPr>
      <dsp:spPr>
        <a:xfrm>
          <a:off x="397421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00642-A71C-462C-B509-5E8382CCF969}">
      <dsp:nvSpPr>
        <dsp:cNvPr id="0" name=""/>
        <dsp:cNvSpPr/>
      </dsp:nvSpPr>
      <dsp:spPr>
        <a:xfrm>
          <a:off x="4642074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5B229-69C9-4690-93FA-6AEB0C4C0107}">
      <dsp:nvSpPr>
        <dsp:cNvPr id="0" name=""/>
        <dsp:cNvSpPr/>
      </dsp:nvSpPr>
      <dsp:spPr>
        <a:xfrm>
          <a:off x="531045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86E2-71F2-43C0-A33B-96D5C4FFA54E}">
      <dsp:nvSpPr>
        <dsp:cNvPr id="0" name=""/>
        <dsp:cNvSpPr/>
      </dsp:nvSpPr>
      <dsp:spPr>
        <a:xfrm>
          <a:off x="5978313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3545-B532-4A54-A5D4-F90CA713797C}">
      <dsp:nvSpPr>
        <dsp:cNvPr id="0" name=""/>
        <dsp:cNvSpPr/>
      </dsp:nvSpPr>
      <dsp:spPr>
        <a:xfrm>
          <a:off x="6646697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85A08-5E87-4AF8-B37F-48E5DA1E4C5A}">
      <dsp:nvSpPr>
        <dsp:cNvPr id="0" name=""/>
        <dsp:cNvSpPr/>
      </dsp:nvSpPr>
      <dsp:spPr>
        <a:xfrm>
          <a:off x="2637979" y="522646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522646"/>
        <a:ext cx="4813312" cy="703932"/>
      </dsp:txXfrm>
    </dsp:sp>
    <dsp:sp modelId="{F36859A4-F2AA-4A87-A5A4-F5BADDA8A0D5}">
      <dsp:nvSpPr>
        <dsp:cNvPr id="0" name=""/>
        <dsp:cNvSpPr/>
      </dsp:nvSpPr>
      <dsp:spPr>
        <a:xfrm>
          <a:off x="2637979" y="135542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355425"/>
        <a:ext cx="4751542" cy="431958"/>
      </dsp:txXfrm>
    </dsp:sp>
    <dsp:sp modelId="{DE28C391-6C67-4782-A777-E0D766A7AE81}">
      <dsp:nvSpPr>
        <dsp:cNvPr id="0" name=""/>
        <dsp:cNvSpPr/>
      </dsp:nvSpPr>
      <dsp:spPr>
        <a:xfrm>
          <a:off x="2637979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1BF8-8F64-492F-919C-3EE0A5AEFB6B}">
      <dsp:nvSpPr>
        <dsp:cNvPr id="0" name=""/>
        <dsp:cNvSpPr/>
      </dsp:nvSpPr>
      <dsp:spPr>
        <a:xfrm>
          <a:off x="3305835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5A149-E1FE-41A6-9352-E8113EAAF075}">
      <dsp:nvSpPr>
        <dsp:cNvPr id="0" name=""/>
        <dsp:cNvSpPr/>
      </dsp:nvSpPr>
      <dsp:spPr>
        <a:xfrm>
          <a:off x="397421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251AB-F713-4B57-9C8D-3373CF473F26}">
      <dsp:nvSpPr>
        <dsp:cNvPr id="0" name=""/>
        <dsp:cNvSpPr/>
      </dsp:nvSpPr>
      <dsp:spPr>
        <a:xfrm>
          <a:off x="4642074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9541-A08B-4483-9BB7-DE39D3ACF08E}">
      <dsp:nvSpPr>
        <dsp:cNvPr id="0" name=""/>
        <dsp:cNvSpPr/>
      </dsp:nvSpPr>
      <dsp:spPr>
        <a:xfrm>
          <a:off x="531045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F040-53C4-4598-BDCE-EEE6E2AE68A6}">
      <dsp:nvSpPr>
        <dsp:cNvPr id="0" name=""/>
        <dsp:cNvSpPr/>
      </dsp:nvSpPr>
      <dsp:spPr>
        <a:xfrm>
          <a:off x="5978313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C597-7390-4268-9AE3-226A13B080B7}">
      <dsp:nvSpPr>
        <dsp:cNvPr id="0" name=""/>
        <dsp:cNvSpPr/>
      </dsp:nvSpPr>
      <dsp:spPr>
        <a:xfrm>
          <a:off x="6646697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4CAC-AE1C-41BC-A8D5-5F0D2B4F25F3}">
      <dsp:nvSpPr>
        <dsp:cNvPr id="0" name=""/>
        <dsp:cNvSpPr/>
      </dsp:nvSpPr>
      <dsp:spPr>
        <a:xfrm>
          <a:off x="2637979" y="187537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of Project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875375"/>
        <a:ext cx="4813312" cy="703932"/>
      </dsp:txXfrm>
    </dsp:sp>
    <dsp:sp modelId="{D943892C-7024-45D3-9792-E58E4874774D}">
      <dsp:nvSpPr>
        <dsp:cNvPr id="0" name=""/>
        <dsp:cNvSpPr/>
      </dsp:nvSpPr>
      <dsp:spPr>
        <a:xfrm>
          <a:off x="2637979" y="270815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708155"/>
        <a:ext cx="4751542" cy="431958"/>
      </dsp:txXfrm>
    </dsp:sp>
    <dsp:sp modelId="{B5A8A188-0E21-43BF-A42F-10688A799C16}">
      <dsp:nvSpPr>
        <dsp:cNvPr id="0" name=""/>
        <dsp:cNvSpPr/>
      </dsp:nvSpPr>
      <dsp:spPr>
        <a:xfrm>
          <a:off x="2637979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AAE1-2758-4ADE-B96D-E5658505CE10}">
      <dsp:nvSpPr>
        <dsp:cNvPr id="0" name=""/>
        <dsp:cNvSpPr/>
      </dsp:nvSpPr>
      <dsp:spPr>
        <a:xfrm>
          <a:off x="3305835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08D-A011-475C-B181-4CBF34B54FFA}">
      <dsp:nvSpPr>
        <dsp:cNvPr id="0" name=""/>
        <dsp:cNvSpPr/>
      </dsp:nvSpPr>
      <dsp:spPr>
        <a:xfrm>
          <a:off x="397421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D97D-4EE4-4F93-BD73-8D20BDD687FA}">
      <dsp:nvSpPr>
        <dsp:cNvPr id="0" name=""/>
        <dsp:cNvSpPr/>
      </dsp:nvSpPr>
      <dsp:spPr>
        <a:xfrm>
          <a:off x="4642074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A4042-95A3-4ABA-9447-9AFD391F6AC9}">
      <dsp:nvSpPr>
        <dsp:cNvPr id="0" name=""/>
        <dsp:cNvSpPr/>
      </dsp:nvSpPr>
      <dsp:spPr>
        <a:xfrm>
          <a:off x="531045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DDF3-0523-4182-9B16-FD670D899221}">
      <dsp:nvSpPr>
        <dsp:cNvPr id="0" name=""/>
        <dsp:cNvSpPr/>
      </dsp:nvSpPr>
      <dsp:spPr>
        <a:xfrm>
          <a:off x="5978313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24AD-0697-4673-B4AF-3BE86E447B47}">
      <dsp:nvSpPr>
        <dsp:cNvPr id="0" name=""/>
        <dsp:cNvSpPr/>
      </dsp:nvSpPr>
      <dsp:spPr>
        <a:xfrm>
          <a:off x="6646697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81FEE-99BC-4DAC-928C-544F75C0984E}">
      <dsp:nvSpPr>
        <dsp:cNvPr id="0" name=""/>
        <dsp:cNvSpPr/>
      </dsp:nvSpPr>
      <dsp:spPr>
        <a:xfrm>
          <a:off x="2637979" y="322810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Scope of Project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3228105"/>
        <a:ext cx="4813312" cy="703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A8D1E-E8A2-44C6-BAE8-D79309EB13F0}">
      <dsp:nvSpPr>
        <dsp:cNvPr id="0" name=""/>
        <dsp:cNvSpPr/>
      </dsp:nvSpPr>
      <dsp:spPr>
        <a:xfrm>
          <a:off x="2637979" y="2696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7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696"/>
        <a:ext cx="4751542" cy="431958"/>
      </dsp:txXfrm>
    </dsp:sp>
    <dsp:sp modelId="{872010B7-E5DA-4602-A104-33A40BB2023E}">
      <dsp:nvSpPr>
        <dsp:cNvPr id="0" name=""/>
        <dsp:cNvSpPr/>
      </dsp:nvSpPr>
      <dsp:spPr>
        <a:xfrm>
          <a:off x="2637979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5EF5-24CA-451E-8C5B-8D829DF3655C}">
      <dsp:nvSpPr>
        <dsp:cNvPr id="0" name=""/>
        <dsp:cNvSpPr/>
      </dsp:nvSpPr>
      <dsp:spPr>
        <a:xfrm>
          <a:off x="3305835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4358-F32F-4BAD-BBC9-2557C8228CAA}">
      <dsp:nvSpPr>
        <dsp:cNvPr id="0" name=""/>
        <dsp:cNvSpPr/>
      </dsp:nvSpPr>
      <dsp:spPr>
        <a:xfrm>
          <a:off x="397421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00642-A71C-462C-B509-5E8382CCF969}">
      <dsp:nvSpPr>
        <dsp:cNvPr id="0" name=""/>
        <dsp:cNvSpPr/>
      </dsp:nvSpPr>
      <dsp:spPr>
        <a:xfrm>
          <a:off x="4642074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5B229-69C9-4690-93FA-6AEB0C4C0107}">
      <dsp:nvSpPr>
        <dsp:cNvPr id="0" name=""/>
        <dsp:cNvSpPr/>
      </dsp:nvSpPr>
      <dsp:spPr>
        <a:xfrm>
          <a:off x="531045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86E2-71F2-43C0-A33B-96D5C4FFA54E}">
      <dsp:nvSpPr>
        <dsp:cNvPr id="0" name=""/>
        <dsp:cNvSpPr/>
      </dsp:nvSpPr>
      <dsp:spPr>
        <a:xfrm>
          <a:off x="5978313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3545-B532-4A54-A5D4-F90CA713797C}">
      <dsp:nvSpPr>
        <dsp:cNvPr id="0" name=""/>
        <dsp:cNvSpPr/>
      </dsp:nvSpPr>
      <dsp:spPr>
        <a:xfrm>
          <a:off x="6646697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85A08-5E87-4AF8-B37F-48E5DA1E4C5A}">
      <dsp:nvSpPr>
        <dsp:cNvPr id="0" name=""/>
        <dsp:cNvSpPr/>
      </dsp:nvSpPr>
      <dsp:spPr>
        <a:xfrm>
          <a:off x="2637979" y="522646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 &amp; System Architecture 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522646"/>
        <a:ext cx="4813312" cy="703932"/>
      </dsp:txXfrm>
    </dsp:sp>
    <dsp:sp modelId="{F36859A4-F2AA-4A87-A5A4-F5BADDA8A0D5}">
      <dsp:nvSpPr>
        <dsp:cNvPr id="0" name=""/>
        <dsp:cNvSpPr/>
      </dsp:nvSpPr>
      <dsp:spPr>
        <a:xfrm>
          <a:off x="2637979" y="135542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8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355425"/>
        <a:ext cx="4751542" cy="431958"/>
      </dsp:txXfrm>
    </dsp:sp>
    <dsp:sp modelId="{DE28C391-6C67-4782-A777-E0D766A7AE81}">
      <dsp:nvSpPr>
        <dsp:cNvPr id="0" name=""/>
        <dsp:cNvSpPr/>
      </dsp:nvSpPr>
      <dsp:spPr>
        <a:xfrm>
          <a:off x="2637979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1BF8-8F64-492F-919C-3EE0A5AEFB6B}">
      <dsp:nvSpPr>
        <dsp:cNvPr id="0" name=""/>
        <dsp:cNvSpPr/>
      </dsp:nvSpPr>
      <dsp:spPr>
        <a:xfrm>
          <a:off x="3305835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5A149-E1FE-41A6-9352-E8113EAAF075}">
      <dsp:nvSpPr>
        <dsp:cNvPr id="0" name=""/>
        <dsp:cNvSpPr/>
      </dsp:nvSpPr>
      <dsp:spPr>
        <a:xfrm>
          <a:off x="397421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251AB-F713-4B57-9C8D-3373CF473F26}">
      <dsp:nvSpPr>
        <dsp:cNvPr id="0" name=""/>
        <dsp:cNvSpPr/>
      </dsp:nvSpPr>
      <dsp:spPr>
        <a:xfrm>
          <a:off x="4642074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9541-A08B-4483-9BB7-DE39D3ACF08E}">
      <dsp:nvSpPr>
        <dsp:cNvPr id="0" name=""/>
        <dsp:cNvSpPr/>
      </dsp:nvSpPr>
      <dsp:spPr>
        <a:xfrm>
          <a:off x="531045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F040-53C4-4598-BDCE-EEE6E2AE68A6}">
      <dsp:nvSpPr>
        <dsp:cNvPr id="0" name=""/>
        <dsp:cNvSpPr/>
      </dsp:nvSpPr>
      <dsp:spPr>
        <a:xfrm>
          <a:off x="5978313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C597-7390-4268-9AE3-226A13B080B7}">
      <dsp:nvSpPr>
        <dsp:cNvPr id="0" name=""/>
        <dsp:cNvSpPr/>
      </dsp:nvSpPr>
      <dsp:spPr>
        <a:xfrm>
          <a:off x="6646697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4CAC-AE1C-41BC-A8D5-5F0D2B4F25F3}">
      <dsp:nvSpPr>
        <dsp:cNvPr id="0" name=""/>
        <dsp:cNvSpPr/>
      </dsp:nvSpPr>
      <dsp:spPr>
        <a:xfrm>
          <a:off x="2637979" y="187537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Implementation of Project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875375"/>
        <a:ext cx="4813312" cy="703932"/>
      </dsp:txXfrm>
    </dsp:sp>
    <dsp:sp modelId="{D943892C-7024-45D3-9792-E58E4874774D}">
      <dsp:nvSpPr>
        <dsp:cNvPr id="0" name=""/>
        <dsp:cNvSpPr/>
      </dsp:nvSpPr>
      <dsp:spPr>
        <a:xfrm>
          <a:off x="2637979" y="270815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9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708155"/>
        <a:ext cx="4751542" cy="431958"/>
      </dsp:txXfrm>
    </dsp:sp>
    <dsp:sp modelId="{B5A8A188-0E21-43BF-A42F-10688A799C16}">
      <dsp:nvSpPr>
        <dsp:cNvPr id="0" name=""/>
        <dsp:cNvSpPr/>
      </dsp:nvSpPr>
      <dsp:spPr>
        <a:xfrm>
          <a:off x="2637979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AAE1-2758-4ADE-B96D-E5658505CE10}">
      <dsp:nvSpPr>
        <dsp:cNvPr id="0" name=""/>
        <dsp:cNvSpPr/>
      </dsp:nvSpPr>
      <dsp:spPr>
        <a:xfrm>
          <a:off x="3305835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08D-A011-475C-B181-4CBF34B54FFA}">
      <dsp:nvSpPr>
        <dsp:cNvPr id="0" name=""/>
        <dsp:cNvSpPr/>
      </dsp:nvSpPr>
      <dsp:spPr>
        <a:xfrm>
          <a:off x="397421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D97D-4EE4-4F93-BD73-8D20BDD687FA}">
      <dsp:nvSpPr>
        <dsp:cNvPr id="0" name=""/>
        <dsp:cNvSpPr/>
      </dsp:nvSpPr>
      <dsp:spPr>
        <a:xfrm>
          <a:off x="4642074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A4042-95A3-4ABA-9447-9AFD391F6AC9}">
      <dsp:nvSpPr>
        <dsp:cNvPr id="0" name=""/>
        <dsp:cNvSpPr/>
      </dsp:nvSpPr>
      <dsp:spPr>
        <a:xfrm>
          <a:off x="531045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DDF3-0523-4182-9B16-FD670D899221}">
      <dsp:nvSpPr>
        <dsp:cNvPr id="0" name=""/>
        <dsp:cNvSpPr/>
      </dsp:nvSpPr>
      <dsp:spPr>
        <a:xfrm>
          <a:off x="5978313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24AD-0697-4673-B4AF-3BE86E447B47}">
      <dsp:nvSpPr>
        <dsp:cNvPr id="0" name=""/>
        <dsp:cNvSpPr/>
      </dsp:nvSpPr>
      <dsp:spPr>
        <a:xfrm>
          <a:off x="6646697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81FEE-99BC-4DAC-928C-544F75C0984E}">
      <dsp:nvSpPr>
        <dsp:cNvPr id="0" name=""/>
        <dsp:cNvSpPr/>
      </dsp:nvSpPr>
      <dsp:spPr>
        <a:xfrm>
          <a:off x="2637979" y="322810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</a:t>
          </a:r>
          <a:r>
            <a:rPr lang="en-US" sz="2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and Evaluation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3228105"/>
        <a:ext cx="4813312" cy="7039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A8D1E-E8A2-44C6-BAE8-D79309EB13F0}">
      <dsp:nvSpPr>
        <dsp:cNvPr id="0" name=""/>
        <dsp:cNvSpPr/>
      </dsp:nvSpPr>
      <dsp:spPr>
        <a:xfrm>
          <a:off x="2637979" y="2696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10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696"/>
        <a:ext cx="4751542" cy="431958"/>
      </dsp:txXfrm>
    </dsp:sp>
    <dsp:sp modelId="{872010B7-E5DA-4602-A104-33A40BB2023E}">
      <dsp:nvSpPr>
        <dsp:cNvPr id="0" name=""/>
        <dsp:cNvSpPr/>
      </dsp:nvSpPr>
      <dsp:spPr>
        <a:xfrm>
          <a:off x="2637979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5EF5-24CA-451E-8C5B-8D829DF3655C}">
      <dsp:nvSpPr>
        <dsp:cNvPr id="0" name=""/>
        <dsp:cNvSpPr/>
      </dsp:nvSpPr>
      <dsp:spPr>
        <a:xfrm>
          <a:off x="3305835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4358-F32F-4BAD-BBC9-2557C8228CAA}">
      <dsp:nvSpPr>
        <dsp:cNvPr id="0" name=""/>
        <dsp:cNvSpPr/>
      </dsp:nvSpPr>
      <dsp:spPr>
        <a:xfrm>
          <a:off x="397421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00642-A71C-462C-B509-5E8382CCF969}">
      <dsp:nvSpPr>
        <dsp:cNvPr id="0" name=""/>
        <dsp:cNvSpPr/>
      </dsp:nvSpPr>
      <dsp:spPr>
        <a:xfrm>
          <a:off x="4642074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5B229-69C9-4690-93FA-6AEB0C4C0107}">
      <dsp:nvSpPr>
        <dsp:cNvPr id="0" name=""/>
        <dsp:cNvSpPr/>
      </dsp:nvSpPr>
      <dsp:spPr>
        <a:xfrm>
          <a:off x="531045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86E2-71F2-43C0-A33B-96D5C4FFA54E}">
      <dsp:nvSpPr>
        <dsp:cNvPr id="0" name=""/>
        <dsp:cNvSpPr/>
      </dsp:nvSpPr>
      <dsp:spPr>
        <a:xfrm>
          <a:off x="5978313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3545-B532-4A54-A5D4-F90CA713797C}">
      <dsp:nvSpPr>
        <dsp:cNvPr id="0" name=""/>
        <dsp:cNvSpPr/>
      </dsp:nvSpPr>
      <dsp:spPr>
        <a:xfrm>
          <a:off x="6646697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85A08-5E87-4AF8-B37F-48E5DA1E4C5A}">
      <dsp:nvSpPr>
        <dsp:cNvPr id="0" name=""/>
        <dsp:cNvSpPr/>
      </dsp:nvSpPr>
      <dsp:spPr>
        <a:xfrm>
          <a:off x="2637979" y="522646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Faced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522646"/>
        <a:ext cx="4813312" cy="703932"/>
      </dsp:txXfrm>
    </dsp:sp>
    <dsp:sp modelId="{F36859A4-F2AA-4A87-A5A4-F5BADDA8A0D5}">
      <dsp:nvSpPr>
        <dsp:cNvPr id="0" name=""/>
        <dsp:cNvSpPr/>
      </dsp:nvSpPr>
      <dsp:spPr>
        <a:xfrm>
          <a:off x="2637979" y="135542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11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355425"/>
        <a:ext cx="4751542" cy="431958"/>
      </dsp:txXfrm>
    </dsp:sp>
    <dsp:sp modelId="{DE28C391-6C67-4782-A777-E0D766A7AE81}">
      <dsp:nvSpPr>
        <dsp:cNvPr id="0" name=""/>
        <dsp:cNvSpPr/>
      </dsp:nvSpPr>
      <dsp:spPr>
        <a:xfrm>
          <a:off x="2637979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1BF8-8F64-492F-919C-3EE0A5AEFB6B}">
      <dsp:nvSpPr>
        <dsp:cNvPr id="0" name=""/>
        <dsp:cNvSpPr/>
      </dsp:nvSpPr>
      <dsp:spPr>
        <a:xfrm>
          <a:off x="3305835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5A149-E1FE-41A6-9352-E8113EAAF075}">
      <dsp:nvSpPr>
        <dsp:cNvPr id="0" name=""/>
        <dsp:cNvSpPr/>
      </dsp:nvSpPr>
      <dsp:spPr>
        <a:xfrm>
          <a:off x="397421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251AB-F713-4B57-9C8D-3373CF473F26}">
      <dsp:nvSpPr>
        <dsp:cNvPr id="0" name=""/>
        <dsp:cNvSpPr/>
      </dsp:nvSpPr>
      <dsp:spPr>
        <a:xfrm>
          <a:off x="4642074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9541-A08B-4483-9BB7-DE39D3ACF08E}">
      <dsp:nvSpPr>
        <dsp:cNvPr id="0" name=""/>
        <dsp:cNvSpPr/>
      </dsp:nvSpPr>
      <dsp:spPr>
        <a:xfrm>
          <a:off x="531045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F040-53C4-4598-BDCE-EEE6E2AE68A6}">
      <dsp:nvSpPr>
        <dsp:cNvPr id="0" name=""/>
        <dsp:cNvSpPr/>
      </dsp:nvSpPr>
      <dsp:spPr>
        <a:xfrm>
          <a:off x="5978313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C597-7390-4268-9AE3-226A13B080B7}">
      <dsp:nvSpPr>
        <dsp:cNvPr id="0" name=""/>
        <dsp:cNvSpPr/>
      </dsp:nvSpPr>
      <dsp:spPr>
        <a:xfrm>
          <a:off x="6646697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4CAC-AE1C-41BC-A8D5-5F0D2B4F25F3}">
      <dsp:nvSpPr>
        <dsp:cNvPr id="0" name=""/>
        <dsp:cNvSpPr/>
      </dsp:nvSpPr>
      <dsp:spPr>
        <a:xfrm>
          <a:off x="2637979" y="187537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875375"/>
        <a:ext cx="4813312" cy="703932"/>
      </dsp:txXfrm>
    </dsp:sp>
    <dsp:sp modelId="{D943892C-7024-45D3-9792-E58E4874774D}">
      <dsp:nvSpPr>
        <dsp:cNvPr id="0" name=""/>
        <dsp:cNvSpPr/>
      </dsp:nvSpPr>
      <dsp:spPr>
        <a:xfrm>
          <a:off x="2637979" y="270815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12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708155"/>
        <a:ext cx="4751542" cy="431958"/>
      </dsp:txXfrm>
    </dsp:sp>
    <dsp:sp modelId="{B5A8A188-0E21-43BF-A42F-10688A799C16}">
      <dsp:nvSpPr>
        <dsp:cNvPr id="0" name=""/>
        <dsp:cNvSpPr/>
      </dsp:nvSpPr>
      <dsp:spPr>
        <a:xfrm>
          <a:off x="2637979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AAE1-2758-4ADE-B96D-E5658505CE10}">
      <dsp:nvSpPr>
        <dsp:cNvPr id="0" name=""/>
        <dsp:cNvSpPr/>
      </dsp:nvSpPr>
      <dsp:spPr>
        <a:xfrm>
          <a:off x="3305835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08D-A011-475C-B181-4CBF34B54FFA}">
      <dsp:nvSpPr>
        <dsp:cNvPr id="0" name=""/>
        <dsp:cNvSpPr/>
      </dsp:nvSpPr>
      <dsp:spPr>
        <a:xfrm>
          <a:off x="397421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D97D-4EE4-4F93-BD73-8D20BDD687FA}">
      <dsp:nvSpPr>
        <dsp:cNvPr id="0" name=""/>
        <dsp:cNvSpPr/>
      </dsp:nvSpPr>
      <dsp:spPr>
        <a:xfrm>
          <a:off x="4642074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A4042-95A3-4ABA-9447-9AFD391F6AC9}">
      <dsp:nvSpPr>
        <dsp:cNvPr id="0" name=""/>
        <dsp:cNvSpPr/>
      </dsp:nvSpPr>
      <dsp:spPr>
        <a:xfrm>
          <a:off x="531045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DDF3-0523-4182-9B16-FD670D899221}">
      <dsp:nvSpPr>
        <dsp:cNvPr id="0" name=""/>
        <dsp:cNvSpPr/>
      </dsp:nvSpPr>
      <dsp:spPr>
        <a:xfrm>
          <a:off x="5978313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24AD-0697-4673-B4AF-3BE86E447B47}">
      <dsp:nvSpPr>
        <dsp:cNvPr id="0" name=""/>
        <dsp:cNvSpPr/>
      </dsp:nvSpPr>
      <dsp:spPr>
        <a:xfrm>
          <a:off x="6646697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81FEE-99BC-4DAC-928C-544F75C0984E}">
      <dsp:nvSpPr>
        <dsp:cNvPr id="0" name=""/>
        <dsp:cNvSpPr/>
      </dsp:nvSpPr>
      <dsp:spPr>
        <a:xfrm>
          <a:off x="2637979" y="322810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Future work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3228105"/>
        <a:ext cx="4813312" cy="7039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A8D1E-E8A2-44C6-BAE8-D79309EB13F0}">
      <dsp:nvSpPr>
        <dsp:cNvPr id="0" name=""/>
        <dsp:cNvSpPr/>
      </dsp:nvSpPr>
      <dsp:spPr>
        <a:xfrm>
          <a:off x="2637979" y="2696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13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696"/>
        <a:ext cx="4751542" cy="431958"/>
      </dsp:txXfrm>
    </dsp:sp>
    <dsp:sp modelId="{872010B7-E5DA-4602-A104-33A40BB2023E}">
      <dsp:nvSpPr>
        <dsp:cNvPr id="0" name=""/>
        <dsp:cNvSpPr/>
      </dsp:nvSpPr>
      <dsp:spPr>
        <a:xfrm>
          <a:off x="2637979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5EF5-24CA-451E-8C5B-8D829DF3655C}">
      <dsp:nvSpPr>
        <dsp:cNvPr id="0" name=""/>
        <dsp:cNvSpPr/>
      </dsp:nvSpPr>
      <dsp:spPr>
        <a:xfrm>
          <a:off x="3305835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4358-F32F-4BAD-BBC9-2557C8228CAA}">
      <dsp:nvSpPr>
        <dsp:cNvPr id="0" name=""/>
        <dsp:cNvSpPr/>
      </dsp:nvSpPr>
      <dsp:spPr>
        <a:xfrm>
          <a:off x="397421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00642-A71C-462C-B509-5E8382CCF969}">
      <dsp:nvSpPr>
        <dsp:cNvPr id="0" name=""/>
        <dsp:cNvSpPr/>
      </dsp:nvSpPr>
      <dsp:spPr>
        <a:xfrm>
          <a:off x="4642074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5B229-69C9-4690-93FA-6AEB0C4C0107}">
      <dsp:nvSpPr>
        <dsp:cNvPr id="0" name=""/>
        <dsp:cNvSpPr/>
      </dsp:nvSpPr>
      <dsp:spPr>
        <a:xfrm>
          <a:off x="5310458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86E2-71F2-43C0-A33B-96D5C4FFA54E}">
      <dsp:nvSpPr>
        <dsp:cNvPr id="0" name=""/>
        <dsp:cNvSpPr/>
      </dsp:nvSpPr>
      <dsp:spPr>
        <a:xfrm>
          <a:off x="5978313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3545-B532-4A54-A5D4-F90CA713797C}">
      <dsp:nvSpPr>
        <dsp:cNvPr id="0" name=""/>
        <dsp:cNvSpPr/>
      </dsp:nvSpPr>
      <dsp:spPr>
        <a:xfrm>
          <a:off x="6646697" y="43465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85A08-5E87-4AF8-B37F-48E5DA1E4C5A}">
      <dsp:nvSpPr>
        <dsp:cNvPr id="0" name=""/>
        <dsp:cNvSpPr/>
      </dsp:nvSpPr>
      <dsp:spPr>
        <a:xfrm>
          <a:off x="2637979" y="522646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522646"/>
        <a:ext cx="4813312" cy="703932"/>
      </dsp:txXfrm>
    </dsp:sp>
    <dsp:sp modelId="{F36859A4-F2AA-4A87-A5A4-F5BADDA8A0D5}">
      <dsp:nvSpPr>
        <dsp:cNvPr id="0" name=""/>
        <dsp:cNvSpPr/>
      </dsp:nvSpPr>
      <dsp:spPr>
        <a:xfrm>
          <a:off x="2637979" y="135542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14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355425"/>
        <a:ext cx="4751542" cy="431958"/>
      </dsp:txXfrm>
    </dsp:sp>
    <dsp:sp modelId="{DE28C391-6C67-4782-A777-E0D766A7AE81}">
      <dsp:nvSpPr>
        <dsp:cNvPr id="0" name=""/>
        <dsp:cNvSpPr/>
      </dsp:nvSpPr>
      <dsp:spPr>
        <a:xfrm>
          <a:off x="2637979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1BF8-8F64-492F-919C-3EE0A5AEFB6B}">
      <dsp:nvSpPr>
        <dsp:cNvPr id="0" name=""/>
        <dsp:cNvSpPr/>
      </dsp:nvSpPr>
      <dsp:spPr>
        <a:xfrm>
          <a:off x="3305835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5A149-E1FE-41A6-9352-E8113EAAF075}">
      <dsp:nvSpPr>
        <dsp:cNvPr id="0" name=""/>
        <dsp:cNvSpPr/>
      </dsp:nvSpPr>
      <dsp:spPr>
        <a:xfrm>
          <a:off x="397421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251AB-F713-4B57-9C8D-3373CF473F26}">
      <dsp:nvSpPr>
        <dsp:cNvPr id="0" name=""/>
        <dsp:cNvSpPr/>
      </dsp:nvSpPr>
      <dsp:spPr>
        <a:xfrm>
          <a:off x="4642074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29541-A08B-4483-9BB7-DE39D3ACF08E}">
      <dsp:nvSpPr>
        <dsp:cNvPr id="0" name=""/>
        <dsp:cNvSpPr/>
      </dsp:nvSpPr>
      <dsp:spPr>
        <a:xfrm>
          <a:off x="5310458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F040-53C4-4598-BDCE-EEE6E2AE68A6}">
      <dsp:nvSpPr>
        <dsp:cNvPr id="0" name=""/>
        <dsp:cNvSpPr/>
      </dsp:nvSpPr>
      <dsp:spPr>
        <a:xfrm>
          <a:off x="5978313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C597-7390-4268-9AE3-226A13B080B7}">
      <dsp:nvSpPr>
        <dsp:cNvPr id="0" name=""/>
        <dsp:cNvSpPr/>
      </dsp:nvSpPr>
      <dsp:spPr>
        <a:xfrm>
          <a:off x="6646697" y="1787384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4CAC-AE1C-41BC-A8D5-5F0D2B4F25F3}">
      <dsp:nvSpPr>
        <dsp:cNvPr id="0" name=""/>
        <dsp:cNvSpPr/>
      </dsp:nvSpPr>
      <dsp:spPr>
        <a:xfrm>
          <a:off x="2637979" y="187537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Published Papers/ Patents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1875375"/>
        <a:ext cx="4813312" cy="703932"/>
      </dsp:txXfrm>
    </dsp:sp>
    <dsp:sp modelId="{D943892C-7024-45D3-9792-E58E4874774D}">
      <dsp:nvSpPr>
        <dsp:cNvPr id="0" name=""/>
        <dsp:cNvSpPr/>
      </dsp:nvSpPr>
      <dsp:spPr>
        <a:xfrm>
          <a:off x="2637979" y="2708155"/>
          <a:ext cx="4751542" cy="43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2708155"/>
        <a:ext cx="4751542" cy="431958"/>
      </dsp:txXfrm>
    </dsp:sp>
    <dsp:sp modelId="{B5A8A188-0E21-43BF-A42F-10688A799C16}">
      <dsp:nvSpPr>
        <dsp:cNvPr id="0" name=""/>
        <dsp:cNvSpPr/>
      </dsp:nvSpPr>
      <dsp:spPr>
        <a:xfrm>
          <a:off x="2637979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9AAE1-2758-4ADE-B96D-E5658505CE10}">
      <dsp:nvSpPr>
        <dsp:cNvPr id="0" name=""/>
        <dsp:cNvSpPr/>
      </dsp:nvSpPr>
      <dsp:spPr>
        <a:xfrm>
          <a:off x="3305835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08D-A011-475C-B181-4CBF34B54FFA}">
      <dsp:nvSpPr>
        <dsp:cNvPr id="0" name=""/>
        <dsp:cNvSpPr/>
      </dsp:nvSpPr>
      <dsp:spPr>
        <a:xfrm>
          <a:off x="397421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BD97D-4EE4-4F93-BD73-8D20BDD687FA}">
      <dsp:nvSpPr>
        <dsp:cNvPr id="0" name=""/>
        <dsp:cNvSpPr/>
      </dsp:nvSpPr>
      <dsp:spPr>
        <a:xfrm>
          <a:off x="4642074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A4042-95A3-4ABA-9447-9AFD391F6AC9}">
      <dsp:nvSpPr>
        <dsp:cNvPr id="0" name=""/>
        <dsp:cNvSpPr/>
      </dsp:nvSpPr>
      <dsp:spPr>
        <a:xfrm>
          <a:off x="5310458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DDF3-0523-4182-9B16-FD670D899221}">
      <dsp:nvSpPr>
        <dsp:cNvPr id="0" name=""/>
        <dsp:cNvSpPr/>
      </dsp:nvSpPr>
      <dsp:spPr>
        <a:xfrm>
          <a:off x="5978313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24AD-0697-4673-B4AF-3BE86E447B47}">
      <dsp:nvSpPr>
        <dsp:cNvPr id="0" name=""/>
        <dsp:cNvSpPr/>
      </dsp:nvSpPr>
      <dsp:spPr>
        <a:xfrm>
          <a:off x="6646697" y="3140113"/>
          <a:ext cx="1111861" cy="879915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81FEE-99BC-4DAC-928C-544F75C0984E}">
      <dsp:nvSpPr>
        <dsp:cNvPr id="0" name=""/>
        <dsp:cNvSpPr/>
      </dsp:nvSpPr>
      <dsp:spPr>
        <a:xfrm>
          <a:off x="2637979" y="3228105"/>
          <a:ext cx="4813312" cy="7039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Annexure if any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7979" y="3228105"/>
        <a:ext cx="4813312" cy="7039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21370-1CB9-48E8-BF48-0177353C5048}">
      <dsp:nvSpPr>
        <dsp:cNvPr id="0" name=""/>
        <dsp:cNvSpPr/>
      </dsp:nvSpPr>
      <dsp:spPr>
        <a:xfrm>
          <a:off x="638504" y="0"/>
          <a:ext cx="9657841" cy="450337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E65E0-813F-4FF8-86D2-59B21370D0E6}">
      <dsp:nvSpPr>
        <dsp:cNvPr id="0" name=""/>
        <dsp:cNvSpPr/>
      </dsp:nvSpPr>
      <dsp:spPr>
        <a:xfrm>
          <a:off x="833933" y="152394"/>
          <a:ext cx="4205140" cy="18013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Collecting real-world drainage datasets. Simulating realistic IoT sensor values.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1868" y="240329"/>
        <a:ext cx="4029270" cy="1625478"/>
      </dsp:txXfrm>
    </dsp:sp>
    <dsp:sp modelId="{B4D8AC2E-CB94-480D-818C-0FC3F790855B}">
      <dsp:nvSpPr>
        <dsp:cNvPr id="0" name=""/>
        <dsp:cNvSpPr/>
      </dsp:nvSpPr>
      <dsp:spPr>
        <a:xfrm>
          <a:off x="5762333" y="152394"/>
          <a:ext cx="4401163" cy="18013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and integrating the hybrid AI model. Managing WebSocket communication for live updates.</a:t>
          </a:r>
          <a:endParaRPr lang="en-IN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0268" y="240329"/>
        <a:ext cx="4225293" cy="1625478"/>
      </dsp:txXfrm>
    </dsp:sp>
    <dsp:sp modelId="{9DC6093B-B675-4FE1-9A6A-380D462F93FF}">
      <dsp:nvSpPr>
        <dsp:cNvPr id="0" name=""/>
        <dsp:cNvSpPr/>
      </dsp:nvSpPr>
      <dsp:spPr>
        <a:xfrm>
          <a:off x="843282" y="2590807"/>
          <a:ext cx="4196926" cy="18013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frontend, backend, AI, chatbot, GIS, and alerts into one platform.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31217" y="2678742"/>
        <a:ext cx="4021056" cy="1625478"/>
      </dsp:txXfrm>
    </dsp:sp>
    <dsp:sp modelId="{60FFBF78-06B6-4208-AF8A-322A22061843}">
      <dsp:nvSpPr>
        <dsp:cNvPr id="0" name=""/>
        <dsp:cNvSpPr/>
      </dsp:nvSpPr>
      <dsp:spPr>
        <a:xfrm>
          <a:off x="5801629" y="2590807"/>
          <a:ext cx="4390193" cy="18013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Optimizing dashboard performance for real-time visualization.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89564" y="2678742"/>
        <a:ext cx="4214323" cy="16254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34C0E-51A8-42C1-A894-DD5F7C27C26D}">
      <dsp:nvSpPr>
        <dsp:cNvPr id="0" name=""/>
        <dsp:cNvSpPr/>
      </dsp:nvSpPr>
      <dsp:spPr>
        <a:xfrm rot="10800000">
          <a:off x="1975866" y="2407"/>
          <a:ext cx="6954764" cy="89641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29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Deploying real IoT sensors across the city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weather forecast APIs.</a:t>
          </a:r>
          <a:br>
            <a:rPr lang="en-US" sz="2000" b="0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b="0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99968" y="2407"/>
        <a:ext cx="6730662" cy="896410"/>
      </dsp:txXfrm>
    </dsp:sp>
    <dsp:sp modelId="{09755735-EED1-47DF-9E93-7C0A10B17AE9}">
      <dsp:nvSpPr>
        <dsp:cNvPr id="0" name=""/>
        <dsp:cNvSpPr/>
      </dsp:nvSpPr>
      <dsp:spPr>
        <a:xfrm>
          <a:off x="1527661" y="2407"/>
          <a:ext cx="896410" cy="89641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FA45E-8D64-4223-BFE5-C58A84F962E7}">
      <dsp:nvSpPr>
        <dsp:cNvPr id="0" name=""/>
        <dsp:cNvSpPr/>
      </dsp:nvSpPr>
      <dsp:spPr>
        <a:xfrm rot="10800000">
          <a:off x="1975866" y="1166402"/>
          <a:ext cx="6954764" cy="89641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29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Android and iOS mobile applications.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Using CCTV cameras and computer vision for flood detection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99968" y="1166402"/>
        <a:ext cx="6730662" cy="896410"/>
      </dsp:txXfrm>
    </dsp:sp>
    <dsp:sp modelId="{71C96E91-BEE6-4F1D-B366-8CD537958509}">
      <dsp:nvSpPr>
        <dsp:cNvPr id="0" name=""/>
        <dsp:cNvSpPr/>
      </dsp:nvSpPr>
      <dsp:spPr>
        <a:xfrm>
          <a:off x="1527661" y="1166402"/>
          <a:ext cx="896410" cy="89641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B4F5669-3AB7-4ECA-8095-51303BC92B48}">
      <dsp:nvSpPr>
        <dsp:cNvPr id="0" name=""/>
        <dsp:cNvSpPr/>
      </dsp:nvSpPr>
      <dsp:spPr>
        <a:xfrm rot="10800000">
          <a:off x="1975866" y="2330398"/>
          <a:ext cx="6954764" cy="89641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29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Implementing drone-based monitoring.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Creating a Digital Twin of the drainage network.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99968" y="2330398"/>
        <a:ext cx="6730662" cy="896410"/>
      </dsp:txXfrm>
    </dsp:sp>
    <dsp:sp modelId="{7C3B72A7-DDD4-4971-A0C5-A9145DE745A9}">
      <dsp:nvSpPr>
        <dsp:cNvPr id="0" name=""/>
        <dsp:cNvSpPr/>
      </dsp:nvSpPr>
      <dsp:spPr>
        <a:xfrm>
          <a:off x="1527661" y="2330398"/>
          <a:ext cx="896410" cy="89641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D1B9CA8-612C-4713-BF09-40EDBD00C826}">
      <dsp:nvSpPr>
        <dsp:cNvPr id="0" name=""/>
        <dsp:cNvSpPr/>
      </dsp:nvSpPr>
      <dsp:spPr>
        <a:xfrm rot="10800000">
          <a:off x="1975866" y="3494394"/>
          <a:ext cx="6954764" cy="89641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29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Expanding the system to other smart cities across India.</a:t>
          </a:r>
          <a:endParaRPr lang="en-IN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99968" y="3494394"/>
        <a:ext cx="6730662" cy="896410"/>
      </dsp:txXfrm>
    </dsp:sp>
    <dsp:sp modelId="{27233B38-8685-483A-AFDC-CF309B1EF771}">
      <dsp:nvSpPr>
        <dsp:cNvPr id="0" name=""/>
        <dsp:cNvSpPr/>
      </dsp:nvSpPr>
      <dsp:spPr>
        <a:xfrm>
          <a:off x="1527661" y="3494394"/>
          <a:ext cx="896410" cy="896410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F560FB-CB34-82B1-BBBC-B299BFA77E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AD355-59BA-1354-F538-4604E59B0D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6508BC7-7611-45BA-AC76-40B9CD46B42F}" type="datetimeFigureOut">
              <a:rPr lang="en-US"/>
              <a:pPr>
                <a:defRPr/>
              </a:pPr>
              <a:t>6/27/2026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110658-A358-38F4-DA3F-B0D57F185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9400" y="685800"/>
            <a:ext cx="62992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076E99F-CEF9-B691-48CC-6FDDFF126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13E4B-A412-4240-E445-51F472EB2D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75060-8BCF-7EBF-E6BF-4C3FD1E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0E9DC51-D73A-4872-BE6F-A25974A2CFBF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63589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E9DC51-D73A-4872-BE6F-A25974A2CFBF}" type="slidenum">
              <a:rPr lang="en-IN" altLang="en-US" smtClean="0"/>
              <a:pPr/>
              <a:t>2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4717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9DC51-D73A-4872-BE6F-A25974A2CFBF}" type="slidenum">
              <a:rPr lang="en-IN" altLang="en-US" smtClean="0"/>
              <a:pPr/>
              <a:t>9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1623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282" y="6400800"/>
            <a:ext cx="12598293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59829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4142" y="758952"/>
            <a:ext cx="10396299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7006" y="4455621"/>
            <a:ext cx="10396299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E3E396-B612-4725-B3EC-A78B591B7715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2A8D-8627-47CC-81C7-9D237773CA65}" type="slidenum">
              <a:rPr lang="en-IN" altLang="en-US" smtClean="0"/>
              <a:pPr/>
              <a:t>‹#›</a:t>
            </a:fld>
            <a:endParaRPr lang="en-I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48228" y="4343400"/>
            <a:ext cx="1020727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23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196B71-7A1A-414C-B78D-35E61BF2FAF5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1941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282" y="6400800"/>
            <a:ext cx="12598293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59829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142" y="758952"/>
            <a:ext cx="10396299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4142" y="4453128"/>
            <a:ext cx="10396299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BE42C7-0878-4AEB-B5EA-97A28627AD01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245AC-5ACA-4AD6-AF8C-A90BEDC678C3}" type="slidenum">
              <a:rPr lang="en-IN" altLang="en-US" smtClean="0"/>
              <a:pPr/>
              <a:t>‹#›</a:t>
            </a:fld>
            <a:endParaRPr lang="en-I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48228" y="4343400"/>
            <a:ext cx="1020727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44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34142" y="286604"/>
            <a:ext cx="10396299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4140" y="1845734"/>
            <a:ext cx="510363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6803" y="1845735"/>
            <a:ext cx="5103638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4FB339-2EB5-4644-91DB-D0F1353A1EEA}" type="datetime5">
              <a:rPr lang="en-US" smtClean="0"/>
              <a:t>27-Jun-26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0390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4142" y="286604"/>
            <a:ext cx="10396299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4142" y="1846052"/>
            <a:ext cx="510363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4142" y="2582334"/>
            <a:ext cx="5103638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26803" y="1846052"/>
            <a:ext cx="510363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26803" y="2582334"/>
            <a:ext cx="5103638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4E1E49-7141-49C7-9AA4-FDB8B4161DE2}" type="datetime5">
              <a:rPr lang="en-US" smtClean="0"/>
              <a:t>27-Jun-26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898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659963-7D68-498A-9EFF-AB2940878DD6}" type="datetime5">
              <a:rPr lang="en-US" smtClean="0"/>
              <a:t>27-Jun-26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C15DF-CB1B-4305-94E7-789ED4BB0C53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1558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82" y="6400800"/>
            <a:ext cx="12598293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6" y="6334316"/>
            <a:ext cx="1259829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C19DBF-EE45-4533-AFA0-E63EF0CC8A43}" type="datetime5">
              <a:rPr lang="en-US" smtClean="0"/>
              <a:t>27-Jun-26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4138D-3030-4832-88BA-F22C3DED6B47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7861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1868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175792" y="0"/>
            <a:ext cx="661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559" y="594359"/>
            <a:ext cx="3307913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1870" y="731520"/>
            <a:ext cx="671033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559" y="2926080"/>
            <a:ext cx="3307913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1150" y="6459786"/>
            <a:ext cx="2706476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522C3FA-75C8-421F-9DED-39888F0D9E6B}" type="datetime5">
              <a:rPr lang="en-US" smtClean="0"/>
              <a:t>27-Jun-26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61870" y="6459786"/>
            <a:ext cx="48043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6426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59829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4915076"/>
            <a:ext cx="1259829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142" y="5074920"/>
            <a:ext cx="10453400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" y="0"/>
            <a:ext cx="1260155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142" y="5907024"/>
            <a:ext cx="10453006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518312-F2FB-4EA2-81AF-072368D03E20}" type="datetime5">
              <a:rPr lang="en-US" smtClean="0"/>
              <a:t>27-Jun-26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CDE08-D999-419F-9340-8B98451331CF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469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454B3A-EEA0-4033-B4B6-50F08084731B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5056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282" y="6400800"/>
            <a:ext cx="12598293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598293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8002" y="412302"/>
            <a:ext cx="271721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358" y="412302"/>
            <a:ext cx="7994124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D9AFAB-FC84-4E8C-827A-E18B751DC330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2439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6015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6334316"/>
            <a:ext cx="1260155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4142" y="286604"/>
            <a:ext cx="1039629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4142" y="1845734"/>
            <a:ext cx="1039629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4142" y="6459786"/>
            <a:ext cx="2555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B43391-8642-425B-8041-82E6AD07556C}" type="datetime5">
              <a:rPr lang="en-US" smtClean="0"/>
              <a:t>27-Jun-26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18" y="6459786"/>
            <a:ext cx="49848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33052" y="6459786"/>
            <a:ext cx="1356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21B740-19D1-4726-BD60-D8B8E07FD42E}" type="slidenum">
              <a:rPr lang="en-IN" altLang="en-US" smtClean="0"/>
              <a:pPr/>
              <a:t>‹#›</a:t>
            </a:fld>
            <a:endParaRPr lang="en-I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233627" y="1737845"/>
            <a:ext cx="1030178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33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%201002/wat2.1635" TargetMode="External"/><Relationship Id="rId2" Type="http://schemas.openxmlformats.org/officeDocument/2006/relationships/hyperlink" Target="https://doi.org/10.21203/rs.3.rs-1338435/v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w14152282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AMATHE61652.2024.10582217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ubtitle 2">
            <a:extLst>
              <a:ext uri="{FF2B5EF4-FFF2-40B4-BE49-F238E27FC236}">
                <a16:creationId xmlns:a16="http://schemas.microsoft.com/office/drawing/2014/main" id="{A15A86D3-9901-DE3D-55E8-A19297C18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188" y="2362200"/>
            <a:ext cx="10501312" cy="609600"/>
          </a:xfrm>
        </p:spPr>
        <p:txBody>
          <a:bodyPr>
            <a:normAutofit fontScale="5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en-US" sz="29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9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for Sustainable Urban Drainage System for Effective Waterlogging Prediction and Management</a:t>
            </a:r>
            <a:r>
              <a:rPr lang="en-US" altLang="en-US" sz="29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altLang="en-US" sz="2900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altLang="en-US" sz="2900" dirty="0">
              <a:solidFill>
                <a:schemeClr val="accent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A2AAD-E39A-BA19-975C-B7A770129967}"/>
              </a:ext>
            </a:extLst>
          </p:cNvPr>
          <p:cNvSpPr/>
          <p:nvPr/>
        </p:nvSpPr>
        <p:spPr>
          <a:xfrm>
            <a:off x="0" y="1219200"/>
            <a:ext cx="12601575" cy="76200"/>
          </a:xfrm>
          <a:prstGeom prst="rect">
            <a:avLst/>
          </a:prstGeom>
          <a:solidFill>
            <a:schemeClr val="accent2">
              <a:alpha val="49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E83CB-015A-7520-D49E-694E9D8A7A27}"/>
              </a:ext>
            </a:extLst>
          </p:cNvPr>
          <p:cNvSpPr/>
          <p:nvPr/>
        </p:nvSpPr>
        <p:spPr>
          <a:xfrm>
            <a:off x="0" y="1311275"/>
            <a:ext cx="12601575" cy="82232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055" name="Rectangle 2">
            <a:extLst>
              <a:ext uri="{FF2B5EF4-FFF2-40B4-BE49-F238E27FC236}">
                <a16:creationId xmlns:a16="http://schemas.microsoft.com/office/drawing/2014/main" id="{771F7FCC-DE27-9CE6-0BF6-A61A83801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1237496"/>
            <a:ext cx="1260157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Project Presentation for the Partial fulfillment of the requirement of Degree of  Bachelor in Artificial Intelligence and Data Science</a:t>
            </a:r>
            <a:endParaRPr lang="en-I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alt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D3C8A5-B1FF-726C-4764-D12ECE832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48268"/>
              </p:ext>
            </p:extLst>
          </p:nvPr>
        </p:nvGraphicFramePr>
        <p:xfrm>
          <a:off x="890587" y="3124200"/>
          <a:ext cx="10501313" cy="224020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14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8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Project</a:t>
                      </a:r>
                      <a:r>
                        <a:rPr lang="en-IN" sz="1800" baseline="0" dirty="0"/>
                        <a:t> Group Member Details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Sr. No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Exam Seat No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Name of Student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3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B400240944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Tushar Chavhan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2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B400240977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Sakshi Ingale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3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B400240953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Vrushali Dhage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B400240969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Snehal Godage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73E60F3-05B4-E87D-C7D9-73B1EFAA1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51304"/>
              </p:ext>
            </p:extLst>
          </p:nvPr>
        </p:nvGraphicFramePr>
        <p:xfrm>
          <a:off x="1652588" y="5486400"/>
          <a:ext cx="9677399" cy="73157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64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IN" sz="1800" dirty="0"/>
                        <a:t>Project Guide Name :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Prof. Shubhangi Bhawari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199A6F3-A705-792D-85B6-95104B95F99E}"/>
              </a:ext>
            </a:extLst>
          </p:cNvPr>
          <p:cNvSpPr/>
          <p:nvPr/>
        </p:nvSpPr>
        <p:spPr>
          <a:xfrm>
            <a:off x="2033587" y="136525"/>
            <a:ext cx="8001001" cy="8048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rgbClr val="C00000"/>
                </a:solidFill>
                <a:effectLst/>
                <a:latin typeface="Ebrima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D. Y. PATIL INSTITUTE OF TECHNOLOGY, Pimpri, Pune                                                                                     Department of Artificial Intelligence &amp; Data Science              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C00000"/>
                </a:solidFill>
                <a:effectLst/>
                <a:latin typeface="Ebrima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Academic Year: 2025-2026</a:t>
            </a: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E762D-68B0-F087-92A7-6BA1F05B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C5361-DF55-B76E-7D6D-D2E10CFC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4AF38-BF06-DBA9-19E4-1C947906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07C2-99D0-0340-E06D-D729CEF8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2A8D-8627-47CC-81C7-9D237773CA65}" type="slidenum">
              <a:rPr lang="en-IN" altLang="en-US" smtClean="0"/>
              <a:pPr/>
              <a:t>1</a:t>
            </a:fld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ECA1-81DB-417B-7F6F-CA524CEB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286604"/>
            <a:ext cx="12302173" cy="1389795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2205D472-350C-2343-BA63-AF6886F74B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3475" y="1846263"/>
          <a:ext cx="1039653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36DF6B9-CF57-FE7B-8122-2AB9F824BE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E24016-99E0-B111-784B-9605F2FC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EA9699-4D4C-36EE-083E-09BF58F6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E5EEB-8628-63EA-77EE-210C86C9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90029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42B4-7A39-6261-BBA6-17FD97E3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1A67-7110-BC02-F866-46B8972D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286604"/>
            <a:ext cx="12302173" cy="1389795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307F942-6092-7D9E-F1BB-5A553FEA6C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3475" y="1846263"/>
          <a:ext cx="1039653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CBA1EF9-1E31-628A-6B50-6BE0E48C78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1F686B-124E-9B26-3F76-715FC70B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B654E7-53C0-DE19-43C6-01A90BEF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1229C-D4E6-97AF-497E-ED59BDB8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3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970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FC1B-AB3C-3D0B-1EEB-EEFD3E46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7D40-51E5-2CD0-EF51-481E090C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286604"/>
            <a:ext cx="12302173" cy="1389795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138ECEE-5510-E215-555E-B77CEAC97B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3475" y="1846263"/>
          <a:ext cx="1039653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A1CF104-C5CF-2107-F63D-2F12C4CBAD5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0564FC-4488-AA27-F13C-67751820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44E6DA-43C1-428D-06FF-211FEE79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C6886-CAC5-1906-82D2-75C0144B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4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9279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43E9-9CC2-D919-C6F7-60954F7C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E19E-004D-8068-AB17-C938D96B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286604"/>
            <a:ext cx="12302173" cy="1389795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2D126AC-4A64-7DD2-5882-929F6FA109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3475" y="1846263"/>
          <a:ext cx="1039653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73C1B1-D010-A4B7-0374-2A2347098F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5B7AB7-6F37-3A3E-5888-97D4FBDB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63A104-6FF1-03C3-9697-394EE24E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626CE-5856-0120-9670-3F529A42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5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1161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13AD-F378-4BE7-02BA-4EA69258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4AC-AFC0-63D8-A748-18DD31FF5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286604"/>
            <a:ext cx="12302173" cy="1389795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DC39063-4F69-71A4-F565-4E27CA8F7F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3475" y="1846263"/>
          <a:ext cx="1039653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0EED990-222A-AA1E-99AA-865EFA72C3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6423F2-37C0-69C6-3794-E86F8BAD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504AEE-15F8-2B62-1BE2-CE50AD3A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8B651-FE9F-FD6C-B17B-D80E117E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6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9928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CB92-336A-5039-631B-D55D715A0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764590"/>
            <a:ext cx="10396299" cy="70230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95F0-F91E-5734-A2AD-CDEE18892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453" y="2209800"/>
            <a:ext cx="8809065" cy="4023360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flooding has become one of the major challenges in rapidly growing smart cities like Pimpri-Chinchwad. During heavy rainfall, drainage systems often become overloaded, resulting in waterlogging, traffic congestion, property damage, and risks to public safety.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PCMC mainly relies on manual inspections and citizen complaints, which are reactive and time-consuming. There is no centralized intelligent system capable of continuously monitoring drainage conditions and predicting flood risks before they occur.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issue, we developed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AquaShield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AI, an AI-based waterlogging prediction and drainage monitoring system that combines IoT, Machine Learning, GIS mapping, and real-time alerts.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9FFC8-7A58-40D5-61AB-9D95CB11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877-B070-3B06-2586-02E7B1BE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690F4-24CE-F1E7-78DF-E5B217BD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7</a:t>
            </a:fld>
            <a:endParaRPr lang="en-I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13C119-6ACA-5495-7FC2-893A39A6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247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B9FB-902C-B2C6-75A4-E81169D6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854" y="164580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5ED24-A764-9CF6-D60C-8932D87F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15-Nov-2025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D22DD-00DB-AD63-45AE-F5C1F8CF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0F62-FD3E-B15D-8501-4F9AF153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8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DBB83-CD31-6CB6-D9B8-7D2AE02F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69F2C0C8-1802-94F1-2E43-6716D5869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914763"/>
              </p:ext>
            </p:extLst>
          </p:nvPr>
        </p:nvGraphicFramePr>
        <p:xfrm>
          <a:off x="585787" y="1981200"/>
          <a:ext cx="1183005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85793635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7843086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84875819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7819111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8549867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806025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of Study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/ Techniques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/ Contributions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Noted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765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Misra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smart drainage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models + basic drainage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blockage detection and basic flood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real-time integration; not multi-source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87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Dabas et al., 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drainage for flood prevention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+ simple monitoring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prevent flooding using automated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advanced AI and GIS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09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Saddiqi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for managing sewer overflows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hydrological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overflow management using combined AI-hydraulic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cost; slower for real-time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22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Boughandjioua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decision support for drainage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AI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overview of AI techniques for drainage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focused on real-time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317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74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76E3-30EB-92AA-54CE-2FE577F5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2" y="602028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from Literature review</a:t>
            </a:r>
            <a:b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4F3C-51BF-6040-DB31-1C84A8FE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AFE2F-520D-7157-119C-C30F7C51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6D9D-E797-5DD1-178E-ED05CC85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Artificial Intelligence and Data Science, DIT, Pimpri, Pune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3797-5B6C-0B95-3010-37E29F00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9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6039F-AD70-F917-5544-3D4EAD33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037077A-0D0A-3EEE-28C0-D36ECBA0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961201"/>
            <a:ext cx="989104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use single data sources only (e.g., weather data or sensors).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full integration of AI + IoT + GIS.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scalability for large cities.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Inconsistent data and no standard communication protocols.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centralized dashboards, predictive alerts, GIS visualization, continuous monitoring.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330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79A1-80D8-10AE-0AF8-92B916F2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587" y="57900"/>
            <a:ext cx="10396299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E60C-1982-3270-96D4-D031EC5BE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8793" y="1982239"/>
            <a:ext cx="8623988" cy="4023360"/>
          </a:xfrm>
        </p:spPr>
        <p:txBody>
          <a:bodyPr/>
          <a:lstStyle/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are facing serious waterlogging problems because of rapid urbanization, old drainage systems, and unpredictable rainfall.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drainage systems are not smart or real-time — they rely on single data sources and cannot predict floods quickly or accurately.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AI-based system that can combine data from IoT sensors, GIS maps, and weather stations to predict, prevent, and manage urban flooding effectively.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CD0C2-6D38-C16C-0D61-285CD944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23E7F-97B1-278B-922D-4FDA1039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8B654-7055-1997-EB59-744C884A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10</a:t>
            </a:fld>
            <a:endParaRPr lang="en-I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B58E49-4A55-3BA5-118E-88AD3FA7A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33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F857-57A2-CA6D-6B31-B13D1DD3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62E5-9D03-DA9B-A372-2C5BDED5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2" y="99631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C967-5E7A-5200-5A0F-B959A2162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alibri"/>
              </a:rPr>
              <a:t>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8CCBF-0B6F-6B7F-0F49-CF831374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E82D-CD27-EF32-D71B-396E74F1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Artificial Intelligence and Data Science, DIT, Pimpri, Pune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7F4F5-E60D-95D9-68D1-4FC1B6C9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11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7AAB06-100C-CBBE-11B6-262F02BD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0280B4BC-2A04-72D2-75DC-236F1EE86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168" y="1244908"/>
            <a:ext cx="958624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framework for predicting and managing urban waterlogging.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possible waterlogging using AI models like LSTM.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smart city planning through dashboards, alerts, and automated drainage control.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sustainability and reduce flood damage.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drainage conditions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alerts and visualize all locations on GIS map.</a:t>
            </a:r>
          </a:p>
        </p:txBody>
      </p:sp>
    </p:spTree>
    <p:extLst>
      <p:ext uri="{BB962C8B-B14F-4D97-AF65-F5344CB8AC3E}">
        <p14:creationId xmlns:p14="http://schemas.microsoft.com/office/powerpoint/2010/main" val="1527579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9DF2-6AEB-A4C9-A8EB-A851DBFA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099F-B78B-9942-599F-3BF4F60AA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809" y="48329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AA60-6B0C-FF34-AF67-D52D658E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09" y="1828800"/>
            <a:ext cx="10755677" cy="4023360"/>
          </a:xfrm>
        </p:spPr>
        <p:txBody>
          <a:bodyPr>
            <a:normAutofit lnSpcReduction="10000"/>
          </a:bodyPr>
          <a:lstStyle/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Covers Urban Drainage Prediction and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accurately predicting waterlogging in urban areas and helping manage drainage systems more efficiently through data-driven insights.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Uses IoT, GIS, and AI Integration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IoT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readings, GIS-based drainage maps, and advanced AI models to create a smart and reliable flood prediction system.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Provides Early Warnings and Decision Support for City Authorities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timely alerts, risk maps, and actionable recommendations, enabling authorities to take preventive measures before waterlogging occurs.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Can Be Extended to Smart Cities for Flood Management and Environmental Planning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scalable and adaptable, making it suitable for broader smart city applications including flood management and long-term environmental planning.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46BD-F2CC-8F1D-81B0-88BF028D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6D67-0086-A58C-79FF-2832F180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8E4ED-F009-6DF4-70E1-50AFECA2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12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9DA53D-1258-9069-0BE8-01355F4B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2974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0E8A-EEFC-9A42-4427-15E34B19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76" y="48329"/>
            <a:ext cx="10396299" cy="1450757"/>
          </a:xfrm>
        </p:spPr>
        <p:txBody>
          <a:bodyPr>
            <a:normAutofit fontScale="90000"/>
          </a:bodyPr>
          <a:lstStyle/>
          <a:p>
            <a:b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System Architecture 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20AB-4B4C-18DB-B7D0-60078C4C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15EED-390E-3FC2-9DE1-321C50CF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0A749-7CED-6A43-F2AF-595B6DA2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13</a:t>
            </a:fld>
            <a:endParaRPr lang="en-I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AD948-2FAB-3367-FA1B-230AEFBFF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0CA776-8D98-08CC-74F3-767E8224A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624" y="1828800"/>
            <a:ext cx="9864325" cy="431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0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1DBA-A34F-E0A7-72E3-9B7DA291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C74E-08CC-8411-7580-3E51640C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51" y="495273"/>
            <a:ext cx="10396299" cy="145075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54BD-C524-F79E-EF29-BFEE96534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176" y="2328052"/>
            <a:ext cx="4698611" cy="5063348"/>
          </a:xfrm>
        </p:spPr>
        <p:txBody>
          <a:bodyPr>
            <a:no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4A1AA4-C1D3-3696-6944-50D0FDBAF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5187" y="1946030"/>
            <a:ext cx="5103638" cy="402336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Prediction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(SQLite)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GIS Map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D378F-FEBD-F6B4-C918-D7C5DDC5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26-June-2026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2970A-1CB6-6CFA-E21F-677099A3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F902-7044-537A-6802-896BAD76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14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B77A0-5786-B1AA-23B5-1EAAEB616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9F53DF-467E-2618-0C77-8F43DC2A5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622" y="1794076"/>
            <a:ext cx="5419195" cy="42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6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A646-4ABB-BF48-E48B-269CA029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B176-762A-E133-B0A7-4ABC01B83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3600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Evaluation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8A990-0BBC-3D4D-06A7-AC0DF2A4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84C0C-8592-6C86-767E-26152D9F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3B26C-BC57-3CB8-D752-E973BF9B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15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32A70-42AD-05B0-43D9-29DFF7432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709CBB-B765-63A2-6018-55DE2239BAEF}"/>
              </a:ext>
            </a:extLst>
          </p:cNvPr>
          <p:cNvSpPr txBox="1"/>
          <p:nvPr/>
        </p:nvSpPr>
        <p:spPr>
          <a:xfrm>
            <a:off x="2262187" y="1588230"/>
            <a:ext cx="8305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dashboard updates every 30 seconds.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GIS map displays flood risk locations.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chatbot answers user queries instantly.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SMS alerts are sent automatically during high-risk situations.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provides charts and analytics for decision-making. 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Accuracy: Approximately 95%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Locations Covered: 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Interval: 30 Seconds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WebSocket Communication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manual monitoring,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AquaShield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provides faster and more accurate flood prediction.</a:t>
            </a:r>
          </a:p>
        </p:txBody>
      </p:sp>
    </p:spTree>
    <p:extLst>
      <p:ext uri="{BB962C8B-B14F-4D97-AF65-F5344CB8AC3E}">
        <p14:creationId xmlns:p14="http://schemas.microsoft.com/office/powerpoint/2010/main" val="79511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464E4-A871-2590-6965-EDFAAFB1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9BE-A16C-7D6C-1A92-B7470EA0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D7944-FD79-3268-B553-15B4E874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C87BD-D69C-237A-476C-35CE5895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A950C-3D09-CE40-9129-957F65AA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16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37C81-C26E-4FAA-7B2E-195BF1155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67785-20B3-CF19-2D08-2F1D2AB2B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730" y="1828800"/>
            <a:ext cx="8386114" cy="44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1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AD7F-221B-6B59-6FD8-C7D70E55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1EFB-AA0E-32B9-B0C1-DE0A38A2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94A66-9942-D7F5-318C-4143695F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2B356-B93E-AADD-9C1F-0442E770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4FE53-88E2-B75A-FC0C-CDDE3938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17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3DCB3-C7E7-018F-99C9-8904D9D38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E22241-8557-7D2F-B534-70FF5B8CA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687" y="1828800"/>
            <a:ext cx="8458200" cy="444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18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C0EE4-AAAE-F12B-ECC3-4B9B838A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083A-90AF-A280-0B94-CE4BF2D5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7D7C3-EB70-712F-F4C4-A7ACE8856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63B1C-0A8E-A2F8-8B67-699E9ED5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D0164-EBB7-F8E2-C115-9A3134DB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18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EFAE8-68A9-77A3-1A80-A34A39981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2017B7-48FC-19B9-3B9C-9D844E6E2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23" y="1828800"/>
            <a:ext cx="8863013" cy="44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6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E90D-9F28-4CDD-8BA1-C34DBF8A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D08D-3E79-CC87-2848-2AAFA540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5EFE1-B3AB-3937-25F9-ECA2FE78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55CB-2626-7528-EF43-325BA931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786E3-BB95-1115-6E13-E779410B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19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2F183-E7B4-CD7E-C15C-408244D5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0FD14-8D2E-DE24-8A14-B4D558C5E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954" y="1834328"/>
            <a:ext cx="7513665" cy="433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71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57D2A-14B9-3B9B-85F8-9CFFABAC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A39C-88A5-FC2D-0913-750E5E28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64E6-C000-AA0B-2FD4-58E976A3E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8C78-E4EE-6308-2314-BCF2E8C7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1E8B1-F9DA-EB4C-1990-3EFC8A92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20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F696B-C75B-8B9B-6D0F-1E26A325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ED2BE-97DB-34CE-C8B1-B1141F974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7" y="1905000"/>
            <a:ext cx="7543800" cy="430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51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FDDC-159F-56F4-E62E-6A5E58E1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8F99-2464-9A94-EAB5-FCCA14E2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9BC4-BC69-2B2C-AFAB-1AA92B91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5D19-364B-6615-CD91-25F2A393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52210-2FC9-F3FA-2830-472946A9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21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35A92-6C34-CA76-C4E3-CC9219343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721CF9-E74F-859D-D62E-BF5772BBD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62" y="1905000"/>
            <a:ext cx="7769136" cy="427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23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E65A-40BF-7C30-9AAB-8253509E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86B6-A142-7D78-282F-F7431712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81" y="33089"/>
            <a:ext cx="10396299" cy="1450757"/>
          </a:xfrm>
        </p:spPr>
        <p:txBody>
          <a:bodyPr/>
          <a:lstStyle/>
          <a:p>
            <a:pPr lvl="0"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97D97-62F7-6E4F-DE41-6E6FF7BD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5911F-0247-F6F4-FD6A-D79C1E3C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6A33E-6AA3-B308-0B88-26D56A34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22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0B22C-05C3-BEC8-3C73-F73F1299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CCABA0-85A2-22CE-8FE9-EBCC9F0CF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10" y="2129971"/>
            <a:ext cx="30219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DAF716-B73A-4136-6296-0248366C9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388" y="2129971"/>
            <a:ext cx="2947770" cy="3657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B4750E-7FF1-3C4F-E136-93EBD9478E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328" y="2129971"/>
            <a:ext cx="29397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14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16E1-3698-B46F-B571-4369126F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2" y="602028"/>
            <a:ext cx="10396299" cy="1450757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FBCEEA5-6BF6-5B7F-49D8-58C3E6139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941260"/>
              </p:ext>
            </p:extLst>
          </p:nvPr>
        </p:nvGraphicFramePr>
        <p:xfrm>
          <a:off x="1014094" y="1752600"/>
          <a:ext cx="10333291" cy="4503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116B0-96A4-9560-948E-F8B43F31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27-June-2026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1D4F8-E7A3-DF9D-727E-EC2B88F0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85A36-B2BC-E335-8D7B-1B6B7BDF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23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82198-27A6-BCD1-9090-217B939143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8893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6A39-3DEB-F627-C26A-E634C005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41" y="99631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040F-18CB-1B18-DF16-E8DB05EE2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Calibri"/>
              </a:rPr>
              <a:t> </a:t>
            </a:r>
          </a:p>
          <a:p>
            <a:endParaRPr lang="en-IN" dirty="0">
              <a:latin typeface="Calibri"/>
            </a:endParaRPr>
          </a:p>
          <a:p>
            <a:endParaRPr lang="en-IN" sz="2000" dirty="0">
              <a:latin typeface="Calibri"/>
            </a:endParaRPr>
          </a:p>
          <a:p>
            <a:endParaRPr lang="en-IN" dirty="0">
              <a:latin typeface="Calibri"/>
            </a:endParaRPr>
          </a:p>
          <a:p>
            <a:endParaRPr lang="en-IN" sz="2000" dirty="0">
              <a:latin typeface="Calibri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AA933-8F01-F04E-98AF-D989C230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F9301-BB11-3DC8-5B28-3CC90413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4310-995D-2D59-B511-1DEB235B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24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B8A70-FD89-820C-1058-48F7F737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48FCC44-6891-8E8D-5A96-70F55CE5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940" y="1858167"/>
            <a:ext cx="1008221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demonstrates how Artificial Intelligence can improve urban drainage monitoring and flood management.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drainage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flood risk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 and GIS visualization.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SMS alerts.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decision support for municipal authorities.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authorities take preventive actions, reducing waterlogging damage and improving public safety.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538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C2B8-A771-16EF-8D77-99F243FE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B033-D3F8-1314-5CD5-E0F9B515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2" y="99631"/>
            <a:ext cx="10396299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5250-7122-8DF1-E1CA-542E1424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Calibri"/>
              </a:rPr>
              <a:t>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A4D8-EA33-35D8-86F8-427365F2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3090F-080C-36E1-3A13-04E346A4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A01F-79F7-EE08-7075-BADE5BC5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25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1A8FD-D258-D312-DA6E-39C3A271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8F9E41C-6B7A-6A10-DAA5-E00E98D8C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374483"/>
              </p:ext>
            </p:extLst>
          </p:nvPr>
        </p:nvGraphicFramePr>
        <p:xfrm>
          <a:off x="1032591" y="1808481"/>
          <a:ext cx="10458292" cy="4393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0443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46BF-E995-B054-F3D9-2BD4C103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33BC-A855-22E1-A1CF-D8C1EB49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73363-FD30-72F5-DFA0-CC1DECC8F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42" y="1981200"/>
            <a:ext cx="10195845" cy="4023360"/>
          </a:xfrm>
        </p:spPr>
        <p:txBody>
          <a:bodyPr>
            <a:no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Misra, G. Das, and D. Das, “Artificial intelligent based smart drainage system,” 2022, preprint available at Research Square. [Online]. Available: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https://doi.org/10.21203/rs.3.rs-1338435/v1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R. Dabas, T. Imam, F. Safwat, S. Rizwan, and K. Alam, “Smart drainage system for urban flood prevention.”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M. M.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Saddiqi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Zhao, S. Cotterill, and R. K. Dereli, “Smart management of combined sewer overflows: From an ancient technology to artificial intelligence,” Wiley Interdisciplinary Reviews: Water, vol. 10, no. 3, p. e1635, 2023. [Online]. Available: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 1002/wat2.1635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 S.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Boughandjioua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Laouacheria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N. Azizi, “Integrating artificial intelligence for urban drainage systems aided decision: State of the art,” International Journal of Artificial Intelligence: Theory and Applications, vol. 2, no. 2, pp. 1–9, 2023. [Online]. Available: https://int-j-aita.univ-annaba.dz/wp-content/themes/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cbusiness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-investment/view/vol2iss2/vol2iss2-1.pdf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7AE8D-FF55-18D4-5605-A475A843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C71AD-369B-4903-7F76-306AF1E5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D2160-E29A-1603-5888-326BA6A5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26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FB2FB-A84E-0894-4359-96409F5BFD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6605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C79F-5FA1-A005-E50C-62F4DDCF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References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40CC-8BE8-07F4-1BF5-F4000E153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41" y="1920240"/>
            <a:ext cx="10396299" cy="4023360"/>
          </a:xfrm>
        </p:spPr>
        <p:txBody>
          <a:bodyPr>
            <a:noAutofit/>
          </a:bodyPr>
          <a:lstStyle/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P. Selvam, G. G. Reddy, and N. M. Kumar, “Designing a smart and safe drainage system using artificial intelligence,” International Journal of Engineering Research and Technology (IJERT), vol. 9, pp. 497–500, 2020. [Online]. Available: https://www.ijert.org/research/ designing-a-smart-and-safe-drainage-system-using-artificial-intelligence-IJERTV9IS050307. pdf 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K. Haripriya, S. S. Hammed, C. Preethi, S.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Pavalarajan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Padmakumar, and M. M. Surya, “Automated drainage management system: Ai and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blockage detection for smarter cities,” in 2025 7th International Conference on Inventive Material Science and Applications (ICIMA). IEEE, 2025, pp. 998–1004. [Online]. Available: https://doi.org/10.1109/ICIMA64861.2025.11073840  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H. Kwon and J. H. Kim, “Machine learning and urban drainage systems: State-of-the-art review,” Water, vol. 13, no. 24, p. 3545, 2021. [Online]. Available: https://doi.org/10.3390/w13243545 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Liu, Y. Liu, J. Zheng, F. Chai, and H. Ren, “Intelligent prediction method for waterlogging risk based on ai and numerical model,” Water, vol. 14, no. 15, p. 2282, 2022. [Online]. Available: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https://doi.org/10.3390/w14152282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04CF1-EC6F-6065-6215-3EEAB4CE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DF53D-7E19-F2BB-544D-10F454BA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6FC2-4262-03DA-1EBE-2F9F53FB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27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364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BA38-7834-E30B-0970-830D665F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References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EDB4-E1FD-BA87-AE05-F3655AB1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Sekita, T. Watanabe, T. Yoshizawa, and K. Nakanishi, “Reliability improvement of rainwater-drainage system using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ai,” in 2024 Annual Reliability and Maintainability Symposium (RAMS). IEEE, 2024, pp. 1–6. [Online]. Available: https://doi.org/10.1109/ RAMS51492.2024.10457666 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S.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Thanigaivelu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Sairam, P. Vijayan, A. S. Kumar, N. Mohankumar, and T. R. GaneshBabu, “Revolutionizing urban drainage: A smart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 to stormwater management using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algorithm,” in 2024 International Conference on Advances in Modern Age Technologies for Health and Engineering Science (AMATHE). IEEE, 2024, pp. 1–6. [Online]. Available: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https://doi.org/10.1109/AMATHE61652.2024.10582217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Veerappan, “Edge-enabled smart storm water drainage systems: A real-time analytics framework for urban flood management,” Journal of Smart Infrastructure and Environmental Sustainability, vol. 1, no. 1, pp. 52–59, 2024. [Online]. Available: https://doi.org/10.17051/JSIES/ 01.01.06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 U. K. Sharma and A. Maurya, “Ai for predictive urban water drainage systems,” International Journal of Progressive Research in Engineering Management and Science, vol. 4, no. 12, pp. 763–767, 2024. [Online]. Available: https://www.doi.org/10.58257/IJPREMS37638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59557-8542-5758-6FF9-AF2B2F08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2E1C1-4598-26CB-E12D-44914F54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5E475-9B3A-CCAE-A362-C6B0C54C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28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87046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AEC8-D56F-A290-D45A-F331E78E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1AD5-01E4-A99C-4828-E1445BDD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4813" y="263527"/>
            <a:ext cx="10396299" cy="14507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Published Papers/ Patents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085F-0C5B-63FF-5317-5537221C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59A6-20B6-F0E2-2078-604813EE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E89DE-1FFA-89C2-FF90-FD2889B9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F743B-92B5-D7E8-685C-ED78362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29</a:t>
            </a:fld>
            <a:endParaRPr lang="en-I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22E6E-12B6-A6BF-5CD8-B50466E333A0}"/>
              </a:ext>
            </a:extLst>
          </p:cNvPr>
          <p:cNvSpPr txBox="1"/>
          <p:nvPr/>
        </p:nvSpPr>
        <p:spPr>
          <a:xfrm>
            <a:off x="1271587" y="2438400"/>
            <a:ext cx="103962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Computing Framework for AI-Driven Urban Drainage and Waterlogging Prediction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2nd International Conference on Electronics, Computing, Communication and Networking Automation Technologies 2026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3949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Tushar Chavhan, Sakshi Ingale, Snehal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Vrushali Dhage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Review</a:t>
            </a:r>
          </a:p>
        </p:txBody>
      </p:sp>
    </p:spTree>
    <p:extLst>
      <p:ext uri="{BB962C8B-B14F-4D97-AF65-F5344CB8AC3E}">
        <p14:creationId xmlns:p14="http://schemas.microsoft.com/office/powerpoint/2010/main" val="1943458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D2B6-5F03-E031-153C-685E48C5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358" y="3124200"/>
            <a:ext cx="10396299" cy="1450757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34487-7458-9E64-51BA-38E1B19F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27-June-2026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74765-7593-BC79-E530-78A9AD3E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Data Science, DIT, Pimpri,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8B3B3-B461-6ACF-D759-DD388EEF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1B740-19D1-4726-BD60-D8B8E07FD42E}" type="slidenum">
              <a:rPr lang="en-IN" altLang="en-US" smtClean="0"/>
              <a:pPr/>
              <a:t>30</a:t>
            </a:fld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6545B-0393-05A8-2115-C5813518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814" y="164580"/>
            <a:ext cx="1686560" cy="57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74538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4112</TotalTime>
  <Words>2610</Words>
  <Application>Microsoft Office PowerPoint</Application>
  <PresentationFormat>Custom</PresentationFormat>
  <Paragraphs>311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Ebrima</vt:lpstr>
      <vt:lpstr>Times New Roman</vt:lpstr>
      <vt:lpstr>Retrospect</vt:lpstr>
      <vt:lpstr>PowerPoint Presentation</vt:lpstr>
      <vt:lpstr>                                  Table of Contents </vt:lpstr>
      <vt:lpstr>                                  Table of Contents </vt:lpstr>
      <vt:lpstr>                                  Table of Contents </vt:lpstr>
      <vt:lpstr>                                  Table of Contents </vt:lpstr>
      <vt:lpstr>                                  Table of Contents </vt:lpstr>
      <vt:lpstr>Introduction</vt:lpstr>
      <vt:lpstr>Literature Survey</vt:lpstr>
      <vt:lpstr>Research Gaps from Literature review </vt:lpstr>
      <vt:lpstr>Problem Statement</vt:lpstr>
      <vt:lpstr>Objectives</vt:lpstr>
      <vt:lpstr>Scope of Project</vt:lpstr>
      <vt:lpstr> Methodology &amp; System Architecture </vt:lpstr>
      <vt:lpstr>Implementation  </vt:lpstr>
      <vt:lpstr>Result and Evaluation</vt:lpstr>
      <vt:lpstr>Results</vt:lpstr>
      <vt:lpstr>Results</vt:lpstr>
      <vt:lpstr>Results</vt:lpstr>
      <vt:lpstr>Results</vt:lpstr>
      <vt:lpstr>Results</vt:lpstr>
      <vt:lpstr>Results</vt:lpstr>
      <vt:lpstr>Results</vt:lpstr>
      <vt:lpstr>Challenges Faced </vt:lpstr>
      <vt:lpstr>Conclusion</vt:lpstr>
      <vt:lpstr>Future Work</vt:lpstr>
      <vt:lpstr>References</vt:lpstr>
      <vt:lpstr>                                     References</vt:lpstr>
      <vt:lpstr>                                       References</vt:lpstr>
      <vt:lpstr>                                       Published Papers/ Patents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Tushar Chavhan AIDS</cp:lastModifiedBy>
  <cp:revision>771</cp:revision>
  <dcterms:created xsi:type="dcterms:W3CDTF">2013-12-21T04:55:26Z</dcterms:created>
  <dcterms:modified xsi:type="dcterms:W3CDTF">2026-06-26T19:38:58Z</dcterms:modified>
</cp:coreProperties>
</file>